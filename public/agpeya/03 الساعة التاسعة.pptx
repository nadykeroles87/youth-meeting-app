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719" r:id="rId2"/>
    <p:sldId id="720" r:id="rId3"/>
    <p:sldId id="722" r:id="rId4"/>
    <p:sldId id="723" r:id="rId5"/>
    <p:sldId id="721" r:id="rId6"/>
    <p:sldId id="724" r:id="rId7"/>
    <p:sldId id="725" r:id="rId8"/>
    <p:sldId id="626" r:id="rId9"/>
    <p:sldId id="589" r:id="rId10"/>
    <p:sldId id="590" r:id="rId11"/>
    <p:sldId id="591" r:id="rId12"/>
    <p:sldId id="592" r:id="rId13"/>
    <p:sldId id="594" r:id="rId14"/>
    <p:sldId id="593" r:id="rId15"/>
    <p:sldId id="595" r:id="rId16"/>
    <p:sldId id="596" r:id="rId17"/>
    <p:sldId id="597" r:id="rId18"/>
    <p:sldId id="598" r:id="rId19"/>
    <p:sldId id="599" r:id="rId20"/>
    <p:sldId id="600" r:id="rId21"/>
    <p:sldId id="601" r:id="rId22"/>
    <p:sldId id="602" r:id="rId23"/>
    <p:sldId id="603" r:id="rId24"/>
    <p:sldId id="604" r:id="rId25"/>
    <p:sldId id="605" r:id="rId26"/>
    <p:sldId id="606" r:id="rId27"/>
    <p:sldId id="607" r:id="rId28"/>
    <p:sldId id="608" r:id="rId29"/>
    <p:sldId id="609" r:id="rId30"/>
    <p:sldId id="610" r:id="rId31"/>
    <p:sldId id="611" r:id="rId32"/>
    <p:sldId id="612" r:id="rId33"/>
    <p:sldId id="613" r:id="rId34"/>
    <p:sldId id="614" r:id="rId35"/>
    <p:sldId id="615" r:id="rId36"/>
    <p:sldId id="616" r:id="rId37"/>
    <p:sldId id="617" r:id="rId38"/>
    <p:sldId id="618" r:id="rId39"/>
    <p:sldId id="619" r:id="rId40"/>
    <p:sldId id="620" r:id="rId41"/>
    <p:sldId id="621" r:id="rId42"/>
    <p:sldId id="622" r:id="rId43"/>
    <p:sldId id="629" r:id="rId44"/>
    <p:sldId id="630" r:id="rId45"/>
    <p:sldId id="697" r:id="rId46"/>
    <p:sldId id="698" r:id="rId47"/>
    <p:sldId id="699" r:id="rId48"/>
    <p:sldId id="711" r:id="rId49"/>
    <p:sldId id="712" r:id="rId50"/>
    <p:sldId id="726" r:id="rId51"/>
  </p:sldIdLst>
  <p:sldSz cx="9144000" cy="6858000" type="screen4x3"/>
  <p:notesSz cx="6858000" cy="9144000"/>
  <p:custShowLst>
    <p:custShow name="Custom Show 1" id="0">
      <p:sldLst>
        <p:sld r:id="rId22"/>
      </p:sldLst>
    </p:custShow>
  </p:custShow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43" autoAdjust="0"/>
    <p:restoredTop sz="95852" autoAdjust="0"/>
  </p:normalViewPr>
  <p:slideViewPr>
    <p:cSldViewPr>
      <p:cViewPr varScale="1">
        <p:scale>
          <a:sx n="78" d="100"/>
          <a:sy n="78" d="100"/>
        </p:scale>
        <p:origin x="1435" y="72"/>
      </p:cViewPr>
      <p:guideLst>
        <p:guide orient="horz" pos="2160"/>
        <p:guide pos="2880"/>
      </p:guideLst>
    </p:cSldViewPr>
  </p:slideViewPr>
  <p:outlineViewPr>
    <p:cViewPr>
      <p:scale>
        <a:sx n="33" d="100"/>
        <a:sy n="33" d="100"/>
      </p:scale>
      <p:origin x="0" y="-20731"/>
    </p:cViewPr>
  </p:outlineViewPr>
  <p:notesTextViewPr>
    <p:cViewPr>
      <p:scale>
        <a:sx n="1" d="1"/>
        <a:sy n="1" d="1"/>
      </p:scale>
      <p:origin x="0" y="0"/>
    </p:cViewPr>
  </p:notesTextViewPr>
  <p:sorterViewPr>
    <p:cViewPr varScale="1">
      <p:scale>
        <a:sx n="100" d="100"/>
        <a:sy n="100" d="100"/>
      </p:scale>
      <p:origin x="0" y="-40747"/>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A90845-5118-46A5-83B0-AB7806374B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0143AFF2-566D-416C-A7CD-50FCBCBEA16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34894655-D42F-4620-A31F-B8D6CE113978}" type="datetimeFigureOut">
              <a:rPr lang="en-US"/>
              <a:pPr>
                <a:defRPr/>
              </a:pPr>
              <a:t>12-Aug-19</a:t>
            </a:fld>
            <a:endParaRPr lang="en-US"/>
          </a:p>
        </p:txBody>
      </p:sp>
      <p:sp>
        <p:nvSpPr>
          <p:cNvPr id="4" name="Slide Image Placeholder 3">
            <a:extLst>
              <a:ext uri="{FF2B5EF4-FFF2-40B4-BE49-F238E27FC236}">
                <a16:creationId xmlns:a16="http://schemas.microsoft.com/office/drawing/2014/main" id="{AF2AFFC7-CC9D-4F52-A887-B7487F50F885}"/>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BE80F88-5766-4FB0-928D-3BF486C90F98}"/>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44512822-1982-425E-9504-E1EC3C0F83A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AE861115-6E3F-4734-A3AB-6AAA043179D6}"/>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5BBE1988-613E-482C-B716-A1E10B095DC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995034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4854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39552" y="270892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25718052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rtl="1" eaLnBrk="0" fontAlgn="base" hangingPunct="0">
        <a:spcBef>
          <a:spcPct val="0"/>
        </a:spcBef>
        <a:spcAft>
          <a:spcPct val="0"/>
        </a:spcAft>
        <a:defRPr sz="3600">
          <a:solidFill>
            <a:schemeClr val="bg1"/>
          </a:solidFill>
          <a:latin typeface="+mj-lt"/>
          <a:ea typeface="+mj-ea"/>
          <a:cs typeface="+mj-cs"/>
        </a:defRPr>
      </a:lvl1pPr>
      <a:lvl2pPr algn="ctr" rtl="1" eaLnBrk="0" fontAlgn="base" hangingPunct="0">
        <a:spcBef>
          <a:spcPct val="0"/>
        </a:spcBef>
        <a:spcAft>
          <a:spcPct val="0"/>
        </a:spcAft>
        <a:defRPr sz="3600">
          <a:solidFill>
            <a:schemeClr val="bg1"/>
          </a:solidFill>
          <a:latin typeface="Calibri" pitchFamily="34" charset="0"/>
          <a:cs typeface="Times New Roman" pitchFamily="18" charset="0"/>
        </a:defRPr>
      </a:lvl2pPr>
      <a:lvl3pPr algn="ctr" rtl="1" eaLnBrk="0" fontAlgn="base" hangingPunct="0">
        <a:spcBef>
          <a:spcPct val="0"/>
        </a:spcBef>
        <a:spcAft>
          <a:spcPct val="0"/>
        </a:spcAft>
        <a:defRPr sz="3600">
          <a:solidFill>
            <a:schemeClr val="bg1"/>
          </a:solidFill>
          <a:latin typeface="Calibri" pitchFamily="34" charset="0"/>
          <a:cs typeface="Times New Roman" pitchFamily="18" charset="0"/>
        </a:defRPr>
      </a:lvl3pPr>
      <a:lvl4pPr algn="ctr" rtl="1" eaLnBrk="0" fontAlgn="base" hangingPunct="0">
        <a:spcBef>
          <a:spcPct val="0"/>
        </a:spcBef>
        <a:spcAft>
          <a:spcPct val="0"/>
        </a:spcAft>
        <a:defRPr sz="3600">
          <a:solidFill>
            <a:schemeClr val="bg1"/>
          </a:solidFill>
          <a:latin typeface="Calibri" pitchFamily="34" charset="0"/>
          <a:cs typeface="Times New Roman" pitchFamily="18" charset="0"/>
        </a:defRPr>
      </a:lvl4pPr>
      <a:lvl5pPr algn="ctr" rtl="1" eaLnBrk="0" fontAlgn="base" hangingPunct="0">
        <a:spcBef>
          <a:spcPct val="0"/>
        </a:spcBef>
        <a:spcAft>
          <a:spcPct val="0"/>
        </a:spcAft>
        <a:defRPr sz="3600">
          <a:solidFill>
            <a:schemeClr val="bg1"/>
          </a:solidFill>
          <a:latin typeface="Calibri" pitchFamily="34" charset="0"/>
          <a:cs typeface="Times New Roman" pitchFamily="18" charset="0"/>
        </a:defRPr>
      </a:lvl5pPr>
      <a:lvl6pPr marL="457200" algn="ctr" rtl="1" eaLnBrk="1" fontAlgn="base" hangingPunct="1">
        <a:spcBef>
          <a:spcPct val="0"/>
        </a:spcBef>
        <a:spcAft>
          <a:spcPct val="0"/>
        </a:spcAft>
        <a:defRPr sz="3600">
          <a:solidFill>
            <a:schemeClr val="bg1"/>
          </a:solidFill>
          <a:latin typeface="Arial" charset="0"/>
          <a:cs typeface="PT Bold Heading" pitchFamily="2" charset="-78"/>
        </a:defRPr>
      </a:lvl6pPr>
      <a:lvl7pPr marL="914400" algn="ctr" rtl="1" eaLnBrk="1" fontAlgn="base" hangingPunct="1">
        <a:spcBef>
          <a:spcPct val="0"/>
        </a:spcBef>
        <a:spcAft>
          <a:spcPct val="0"/>
        </a:spcAft>
        <a:defRPr sz="3600">
          <a:solidFill>
            <a:schemeClr val="bg1"/>
          </a:solidFill>
          <a:latin typeface="Arial" charset="0"/>
          <a:cs typeface="PT Bold Heading" pitchFamily="2" charset="-78"/>
        </a:defRPr>
      </a:lvl7pPr>
      <a:lvl8pPr marL="1371600" algn="ctr" rtl="1" eaLnBrk="1" fontAlgn="base" hangingPunct="1">
        <a:spcBef>
          <a:spcPct val="0"/>
        </a:spcBef>
        <a:spcAft>
          <a:spcPct val="0"/>
        </a:spcAft>
        <a:defRPr sz="3600">
          <a:solidFill>
            <a:schemeClr val="bg1"/>
          </a:solidFill>
          <a:latin typeface="Arial" charset="0"/>
          <a:cs typeface="PT Bold Heading" pitchFamily="2" charset="-78"/>
        </a:defRPr>
      </a:lvl8pPr>
      <a:lvl9pPr marL="1828800" algn="ctr" rtl="1" eaLnBrk="1" fontAlgn="base" hangingPunct="1">
        <a:spcBef>
          <a:spcPct val="0"/>
        </a:spcBef>
        <a:spcAft>
          <a:spcPct val="0"/>
        </a:spcAft>
        <a:defRPr sz="3600">
          <a:solidFill>
            <a:schemeClr val="bg1"/>
          </a:solidFill>
          <a:latin typeface="Arial" charset="0"/>
          <a:cs typeface="PT Bold Heading" pitchFamily="2" charset="-78"/>
        </a:defRPr>
      </a:lvl9pPr>
    </p:titleStyle>
    <p:body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slide" Target="slide32.xml"/><Relationship Id="rId13" Type="http://schemas.openxmlformats.org/officeDocument/2006/relationships/slide" Target="slide30.xml"/><Relationship Id="rId3" Type="http://schemas.openxmlformats.org/officeDocument/2006/relationships/slide" Target="slide12.xml"/><Relationship Id="rId7" Type="http://schemas.openxmlformats.org/officeDocument/2006/relationships/slide" Target="slide20.xml"/><Relationship Id="rId12" Type="http://schemas.openxmlformats.org/officeDocument/2006/relationships/slide" Target="slide28.xml"/><Relationship Id="rId2" Type="http://schemas.openxmlformats.org/officeDocument/2006/relationships/slide" Target="slide9.xml"/><Relationship Id="rId1" Type="http://schemas.openxmlformats.org/officeDocument/2006/relationships/slideLayout" Target="../slideLayouts/slideLayout1.xml"/><Relationship Id="rId6" Type="http://schemas.openxmlformats.org/officeDocument/2006/relationships/slide" Target="slide19.xml"/><Relationship Id="rId11" Type="http://schemas.openxmlformats.org/officeDocument/2006/relationships/slide" Target="slide26.xml"/><Relationship Id="rId5" Type="http://schemas.openxmlformats.org/officeDocument/2006/relationships/slide" Target="slide17.xml"/><Relationship Id="rId10" Type="http://schemas.openxmlformats.org/officeDocument/2006/relationships/slide" Target="slide24.xml"/><Relationship Id="rId4" Type="http://schemas.openxmlformats.org/officeDocument/2006/relationships/slide" Target="slide15.xml"/><Relationship Id="rId9" Type="http://schemas.openxmlformats.org/officeDocument/2006/relationships/slide" Target="slide22.xml"/><Relationship Id="rId14" Type="http://schemas.openxmlformats.org/officeDocument/2006/relationships/slide" Target="slide3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D3552DC4-F102-4242-BD59-845452EF2349}"/>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SA" altLang="ar-EG" sz="4800"/>
              <a:t>باسم الآب والابن والروح القدس</a:t>
            </a:r>
            <a:r>
              <a:rPr lang="ar-EG" altLang="ar-EG" sz="4800"/>
              <a:t> </a:t>
            </a:r>
            <a:r>
              <a:rPr lang="ar-SA" altLang="ar-EG" sz="4800"/>
              <a:t>الإله</a:t>
            </a:r>
            <a:r>
              <a:rPr lang="ar-EG" altLang="ar-EG" sz="4800"/>
              <a:t> </a:t>
            </a:r>
            <a:r>
              <a:rPr lang="ar-SA" altLang="ar-EG" sz="4800"/>
              <a:t>الواحد آمين.</a:t>
            </a:r>
            <a:br>
              <a:rPr lang="ar-EG" altLang="ar-EG" sz="4800"/>
            </a:br>
            <a:endParaRPr lang="ar-EG" altLang="ar-EG" sz="4800"/>
          </a:p>
        </p:txBody>
      </p:sp>
      <p:sp>
        <p:nvSpPr>
          <p:cNvPr id="8" name="Content Placeholder 2">
            <a:extLst>
              <a:ext uri="{FF2B5EF4-FFF2-40B4-BE49-F238E27FC236}">
                <a16:creationId xmlns:a16="http://schemas.microsoft.com/office/drawing/2014/main" id="{54830304-1208-41B0-A200-7923D60832F1}"/>
              </a:ext>
            </a:extLst>
          </p:cNvPr>
          <p:cNvSpPr txBox="1">
            <a:spLocks/>
          </p:cNvSpPr>
          <p:nvPr/>
        </p:nvSpPr>
        <p:spPr bwMode="auto">
          <a:xfrm>
            <a:off x="0" y="15954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46A55C51-EC29-4813-A9BF-E091DCA2322B}"/>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صلاة الشكر</a:t>
            </a:r>
          </a:p>
        </p:txBody>
      </p:sp>
      <p:sp>
        <p:nvSpPr>
          <p:cNvPr id="4" name="Content Placeholder 2">
            <a:extLst>
              <a:ext uri="{FF2B5EF4-FFF2-40B4-BE49-F238E27FC236}">
                <a16:creationId xmlns:a16="http://schemas.microsoft.com/office/drawing/2014/main" id="{374DC837-37B1-4489-9309-BB4E2EBA50A4}"/>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فلنشكر صانع الخيرات الرحوم الله، أبا ربنا وإلهنا ومخلصنا يسوع المسيح، لأنه سترنا وأعاننا، وحفظنا، وقبلنا إليه وأشفق علينا وعضدنا، وأتى بنا إلى هذه الساعة. هو أيضا فلنسأله أن يحفظنا في هذا اليوم المقدس وكل أيام حياتنا بكل سلام. الضابط الكل الرب إلهنا. أيها السيد الإله ضابط الكل أبو ربنا وإلهنا ومخلصنا يسوع المسيح، نشكرك على كل حال</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47EA18CC-5F39-4A83-9D71-D4E416DBA4AC}"/>
              </a:ext>
            </a:extLst>
          </p:cNvPr>
          <p:cNvSpPr>
            <a:spLocks noGrp="1"/>
          </p:cNvSpPr>
          <p:nvPr>
            <p:ph idx="4294967295"/>
          </p:nvPr>
        </p:nvSpPr>
        <p:spPr bwMode="auto">
          <a:xfrm>
            <a:off x="7938"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ومن أجل كل حال، وفى كل حال، لأنك سترتنا، وأعنتنا، وحفظتنا، وقبلتنا إليك، وأشفقت علينا، وعضدتنا، وأتيت بنا إلى هذه الساعة.</a:t>
            </a:r>
            <a:r>
              <a:rPr lang="ar-EG" altLang="ar-EG" sz="4800" b="1">
                <a:cs typeface="Times New Roman" panose="02020603050405020304" pitchFamily="18" charset="0"/>
              </a:rPr>
              <a:t> </a:t>
            </a:r>
            <a:r>
              <a:rPr lang="ar-SA" altLang="ar-EG" sz="4800" b="1">
                <a:cs typeface="Times New Roman" panose="02020603050405020304" pitchFamily="18" charset="0"/>
              </a:rPr>
              <a:t>من أجل هذا نسأل ونطلب من صلاحك يا محب البشر، امنحنا أن نكمل هذا اليوم المقدس وكل أيام حياتنا بكل سلام مع خوفك. كل حسد، وكل تجربة وكل فعل الشيطان ومؤامرة الناس الأشرار، وقيام الأعداء الخفيين والظاهريين، انزعها عنا وعن سائر شعبك، وعن موضعك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F3AE05E8-796E-4CEB-BFC3-9619050AFCB4}"/>
              </a:ext>
            </a:extLst>
          </p:cNvPr>
          <p:cNvSpPr>
            <a:spLocks noGrp="1"/>
          </p:cNvSpPr>
          <p:nvPr>
            <p:ph idx="4294967295"/>
          </p:nvPr>
        </p:nvSpPr>
        <p:spPr bwMode="auto">
          <a:xfrm>
            <a:off x="0" y="0"/>
            <a:ext cx="9144000" cy="7626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المقدس هذا. أما الصالحات والنافعات فارزقنا إياها. لأنك أنت الذي أعطيتنا السلطان أن ندوس الحيات والعقارب وكل قوة العدو. ولا تدخلنا في تجربة، لكن نجنا من الشرير. بالنعمة والرأفات ومحبة البشر اللواتي لابنك الوحيد ربنا وإلهنا ومخلصنا يسوع المسيح. هذا الذي من قبله المجد والإكرام والعزة والسجود تليق بك معه مع الروح القدس المحيي المساوي لك الآن وكل أوان وإلى دهر الدهور آمين. </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DF71687A-06E9-4F52-94A0-3F900D39A0E9}"/>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المزمور الخمسين</a:t>
            </a:r>
          </a:p>
        </p:txBody>
      </p:sp>
      <p:sp>
        <p:nvSpPr>
          <p:cNvPr id="4" name="Content Placeholder 2">
            <a:extLst>
              <a:ext uri="{FF2B5EF4-FFF2-40B4-BE49-F238E27FC236}">
                <a16:creationId xmlns:a16="http://schemas.microsoft.com/office/drawing/2014/main" id="{FCE4F6E8-3C31-45C4-8DF5-5AE662104D65}"/>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EG" altLang="ar-EG" sz="4800" b="1" kern="0" dirty="0">
                <a:cs typeface="Times New Roman" panose="02020603050405020304" pitchFamily="18" charset="0"/>
              </a:rPr>
              <a:t>ا</a:t>
            </a:r>
            <a:r>
              <a:rPr lang="ar-SA" altLang="ar-EG" sz="4800" b="1" kern="0" dirty="0">
                <a:cs typeface="Times New Roman" panose="02020603050405020304" pitchFamily="18" charset="0"/>
              </a:rPr>
              <a:t>رحمني يا الله كعظيم رحمتك، ومثل كثرة رأفتك تمحو إثمي. اغسلني كثيرا من إثمي ومن خطيتي طهرني، لأني أنا عارف بإثمي وخطيتي أمامي في كل حين. لك وحدك أخطأت، والشر قدامك صنعت. لكي تتبرر في أقوالك. وتغلب إذا حوكمتُ. لأني هاأنذا بالإثم حبل بي، وبالخطايا ولدتني أمي. لأنك هكذا قد أحببت الحق، إذ أوضحت لي غوامض حكمتك</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a:extLst>
              <a:ext uri="{FF2B5EF4-FFF2-40B4-BE49-F238E27FC236}">
                <a16:creationId xmlns:a16="http://schemas.microsoft.com/office/drawing/2014/main" id="{8B55D1E6-FAA5-47DB-BFF7-D0018C2237E3}"/>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ومستوراتها. تنضح على بزوفاك فأطهر، تغسلني فأبيض أكثر من الثلج. تسمعني سرورا وفرحا، فتبتهج عظامي المنسحقة. اصرف وجهك عن خطاياي، وامح كل آثامي. قلبا نقيا اخلق في يا الله، وروحا مستقيما جدده في أحشائي. لا تطرحني من قدام وجهك وروحك القدوس لا تنزعه منى. امنحني بهجة خلاصك، وبروح رئاسي عضدني فأعلم الأثمة طرقك والمنافقون إليك يرجعون، نجني من الدماء يا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3D06FBF1-7657-4529-9656-46C9FD8C114F}"/>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الله إله خلاصي، فيبتهج لساني بعدلك. يا رب افتح شفتي، فيخبر فمي بتسبيحك. لأنك لو آثرت الذبيحة لكنت الآن أعطي، ولكنك لا تسر بالمحرقات، فالذبيحة لله روح منسحق. القلب المنكسر والمتواضع لا يرذله الله، أنعم يا رب بمسرتك على صهيون، ولتبن أسوار أورشليم. حينئذ تسر بذبائح البر قربانا ومحرقات ويقربون على مذابحك العجول. هلليلويا.</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Rectangle 164">
            <a:hlinkClick r:id="rId2" action="ppaction://hlinksldjump"/>
            <a:extLst>
              <a:ext uri="{FF2B5EF4-FFF2-40B4-BE49-F238E27FC236}">
                <a16:creationId xmlns:a16="http://schemas.microsoft.com/office/drawing/2014/main" id="{1B16E8AE-A9E7-475E-8296-F19B1EC1F5AD}"/>
              </a:ext>
            </a:extLst>
          </p:cNvPr>
          <p:cNvSpPr/>
          <p:nvPr/>
        </p:nvSpPr>
        <p:spPr>
          <a:xfrm flipH="1">
            <a:off x="4620722" y="676808"/>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85000" lnSpcReduction="10000"/>
          </a:bodyPr>
          <a:lstStyle/>
          <a:p>
            <a:pPr algn="ctr" rtl="1" eaLnBrk="1" hangingPunct="1">
              <a:lnSpc>
                <a:spcPct val="110000"/>
              </a:lnSpc>
              <a:defRPr/>
            </a:pPr>
            <a:r>
              <a:rPr lang="ar-EG" sz="4000" b="1" dirty="0">
                <a:solidFill>
                  <a:srgbClr val="FFC000"/>
                </a:solidFill>
                <a:cs typeface="Times New Roman" pitchFamily="18" charset="0"/>
              </a:rPr>
              <a:t>95 سبحوا الرب تسبيحا جديدا</a:t>
            </a:r>
            <a:endParaRPr lang="en-US" sz="4000" b="1" dirty="0">
              <a:solidFill>
                <a:srgbClr val="FFC000"/>
              </a:solidFill>
            </a:endParaRPr>
          </a:p>
        </p:txBody>
      </p:sp>
      <p:sp>
        <p:nvSpPr>
          <p:cNvPr id="166" name="Rectangle 165">
            <a:hlinkClick r:id="rId3" action="ppaction://hlinksldjump"/>
            <a:extLst>
              <a:ext uri="{FF2B5EF4-FFF2-40B4-BE49-F238E27FC236}">
                <a16:creationId xmlns:a16="http://schemas.microsoft.com/office/drawing/2014/main" id="{DFB1D770-AB62-4C1D-B9F4-4403CD457C57}"/>
              </a:ext>
            </a:extLst>
          </p:cNvPr>
          <p:cNvSpPr/>
          <p:nvPr/>
        </p:nvSpPr>
        <p:spPr>
          <a:xfrm flipH="1">
            <a:off x="4620722" y="1565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77500" lnSpcReduction="20000"/>
          </a:bodyPr>
          <a:lstStyle/>
          <a:p>
            <a:pPr algn="ctr" rtl="1" eaLnBrk="1" hangingPunct="1">
              <a:lnSpc>
                <a:spcPct val="110000"/>
              </a:lnSpc>
              <a:defRPr/>
            </a:pPr>
            <a:r>
              <a:rPr lang="ar-EG" sz="4000" b="1" dirty="0">
                <a:solidFill>
                  <a:srgbClr val="FFC000"/>
                </a:solidFill>
                <a:cs typeface="Times New Roman" pitchFamily="18" charset="0"/>
              </a:rPr>
              <a:t>96 الرب قد ملك فلتتهلل الأرض</a:t>
            </a:r>
            <a:endParaRPr lang="en-US" sz="4000" b="1" dirty="0">
              <a:solidFill>
                <a:srgbClr val="FFC000"/>
              </a:solidFill>
            </a:endParaRPr>
          </a:p>
        </p:txBody>
      </p:sp>
      <p:sp>
        <p:nvSpPr>
          <p:cNvPr id="167" name="Rectangle 166">
            <a:hlinkClick r:id="rId4" action="ppaction://hlinksldjump"/>
            <a:extLst>
              <a:ext uri="{FF2B5EF4-FFF2-40B4-BE49-F238E27FC236}">
                <a16:creationId xmlns:a16="http://schemas.microsoft.com/office/drawing/2014/main" id="{3F041621-A6AB-4C95-8ADA-7871170AE0FD}"/>
              </a:ext>
            </a:extLst>
          </p:cNvPr>
          <p:cNvSpPr/>
          <p:nvPr/>
        </p:nvSpPr>
        <p:spPr>
          <a:xfrm flipH="1">
            <a:off x="4620722" y="2454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62500" lnSpcReduction="20000"/>
          </a:bodyPr>
          <a:lstStyle/>
          <a:p>
            <a:pPr algn="ctr" rtl="1" eaLnBrk="1" hangingPunct="1">
              <a:lnSpc>
                <a:spcPct val="110000"/>
              </a:lnSpc>
              <a:defRPr/>
            </a:pPr>
            <a:r>
              <a:rPr lang="ar-EG" sz="4000" b="1" dirty="0">
                <a:solidFill>
                  <a:srgbClr val="FFC000"/>
                </a:solidFill>
                <a:cs typeface="Times New Roman" pitchFamily="18" charset="0"/>
              </a:rPr>
              <a:t>97 سبحوا الرب تسبيحا جديدا لأن الرب قد صنع أعمالا عجيبة </a:t>
            </a:r>
            <a:endParaRPr lang="en-US" sz="4000" b="1" dirty="0">
              <a:solidFill>
                <a:srgbClr val="FFC000"/>
              </a:solidFill>
            </a:endParaRPr>
          </a:p>
        </p:txBody>
      </p:sp>
      <p:sp>
        <p:nvSpPr>
          <p:cNvPr id="168" name="Rectangle 167">
            <a:hlinkClick r:id="rId5" action="ppaction://hlinksldjump"/>
            <a:extLst>
              <a:ext uri="{FF2B5EF4-FFF2-40B4-BE49-F238E27FC236}">
                <a16:creationId xmlns:a16="http://schemas.microsoft.com/office/drawing/2014/main" id="{994412D4-AAE7-48C2-86EB-7597F76B169C}"/>
              </a:ext>
            </a:extLst>
          </p:cNvPr>
          <p:cNvSpPr/>
          <p:nvPr/>
        </p:nvSpPr>
        <p:spPr>
          <a:xfrm flipH="1">
            <a:off x="4620722" y="3343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98 الرب قد ملك</a:t>
            </a:r>
            <a:endParaRPr lang="en-US" sz="4000" b="1" dirty="0">
              <a:solidFill>
                <a:srgbClr val="FFC000"/>
              </a:solidFill>
            </a:endParaRPr>
          </a:p>
        </p:txBody>
      </p:sp>
      <p:sp>
        <p:nvSpPr>
          <p:cNvPr id="169" name="Rectangle 168">
            <a:hlinkClick r:id="rId6" action="ppaction://hlinksldjump"/>
            <a:extLst>
              <a:ext uri="{FF2B5EF4-FFF2-40B4-BE49-F238E27FC236}">
                <a16:creationId xmlns:a16="http://schemas.microsoft.com/office/drawing/2014/main" id="{5747D773-7A6A-490B-9424-210CA02B97F9}"/>
              </a:ext>
            </a:extLst>
          </p:cNvPr>
          <p:cNvSpPr/>
          <p:nvPr/>
        </p:nvSpPr>
        <p:spPr>
          <a:xfrm flipH="1">
            <a:off x="4620722" y="4232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92500"/>
          </a:bodyPr>
          <a:lstStyle/>
          <a:p>
            <a:pPr algn="ctr" rtl="1" eaLnBrk="1" hangingPunct="1">
              <a:lnSpc>
                <a:spcPct val="110000"/>
              </a:lnSpc>
              <a:defRPr/>
            </a:pPr>
            <a:r>
              <a:rPr lang="ar-EG" sz="4000" b="1" dirty="0">
                <a:solidFill>
                  <a:srgbClr val="FFC000"/>
                </a:solidFill>
                <a:cs typeface="Times New Roman" pitchFamily="18" charset="0"/>
              </a:rPr>
              <a:t>99 هللوا للرب يا كل الأرض</a:t>
            </a:r>
            <a:endParaRPr lang="en-US" sz="4000" b="1" dirty="0">
              <a:solidFill>
                <a:srgbClr val="FFC000"/>
              </a:solidFill>
            </a:endParaRPr>
          </a:p>
        </p:txBody>
      </p:sp>
      <p:sp>
        <p:nvSpPr>
          <p:cNvPr id="170" name="Rectangle 169">
            <a:hlinkClick r:id="rId7" action="ppaction://hlinksldjump"/>
            <a:extLst>
              <a:ext uri="{FF2B5EF4-FFF2-40B4-BE49-F238E27FC236}">
                <a16:creationId xmlns:a16="http://schemas.microsoft.com/office/drawing/2014/main" id="{F6F6FAB0-04B6-4F12-94F6-DDEF79A51F50}"/>
              </a:ext>
            </a:extLst>
          </p:cNvPr>
          <p:cNvSpPr/>
          <p:nvPr/>
        </p:nvSpPr>
        <p:spPr>
          <a:xfrm flipH="1">
            <a:off x="4620722" y="5121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100 رحمة و حكما</a:t>
            </a:r>
            <a:endParaRPr lang="en-US" sz="4000" b="1" dirty="0">
              <a:solidFill>
                <a:srgbClr val="FFC000"/>
              </a:solidFill>
            </a:endParaRPr>
          </a:p>
        </p:txBody>
      </p:sp>
      <p:sp>
        <p:nvSpPr>
          <p:cNvPr id="171" name="Rectangle 170">
            <a:hlinkClick r:id="rId8" action="ppaction://hlinksldjump"/>
            <a:extLst>
              <a:ext uri="{FF2B5EF4-FFF2-40B4-BE49-F238E27FC236}">
                <a16:creationId xmlns:a16="http://schemas.microsoft.com/office/drawing/2014/main" id="{25635616-B10F-45D4-8136-4679296BFDB9}"/>
              </a:ext>
            </a:extLst>
          </p:cNvPr>
          <p:cNvSpPr/>
          <p:nvPr/>
        </p:nvSpPr>
        <p:spPr>
          <a:xfrm flipH="1">
            <a:off x="76199" y="5121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115 أمنت لذلك تكلمت</a:t>
            </a:r>
            <a:endParaRPr lang="en-US" sz="4000" b="1" dirty="0">
              <a:solidFill>
                <a:srgbClr val="FFC000"/>
              </a:solidFill>
            </a:endParaRPr>
          </a:p>
        </p:txBody>
      </p:sp>
      <p:sp>
        <p:nvSpPr>
          <p:cNvPr id="172" name="Rectangle 171">
            <a:hlinkClick r:id="rId9" action="ppaction://hlinksldjump"/>
            <a:extLst>
              <a:ext uri="{FF2B5EF4-FFF2-40B4-BE49-F238E27FC236}">
                <a16:creationId xmlns:a16="http://schemas.microsoft.com/office/drawing/2014/main" id="{1B4F4D81-FBF8-408C-82D7-8AFD07CCF69D}"/>
              </a:ext>
            </a:extLst>
          </p:cNvPr>
          <p:cNvSpPr/>
          <p:nvPr/>
        </p:nvSpPr>
        <p:spPr>
          <a:xfrm flipH="1">
            <a:off x="76199" y="676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109 قال الرب لربي</a:t>
            </a:r>
            <a:endParaRPr lang="en-US" sz="4000" b="1" dirty="0">
              <a:solidFill>
                <a:srgbClr val="FFC000"/>
              </a:solidFill>
            </a:endParaRPr>
          </a:p>
        </p:txBody>
      </p:sp>
      <p:sp>
        <p:nvSpPr>
          <p:cNvPr id="173" name="Rectangle 172">
            <a:hlinkClick r:id="rId10" action="ppaction://hlinksldjump"/>
            <a:extLst>
              <a:ext uri="{FF2B5EF4-FFF2-40B4-BE49-F238E27FC236}">
                <a16:creationId xmlns:a16="http://schemas.microsoft.com/office/drawing/2014/main" id="{074967B3-AE8F-4F89-8CC6-86FDDBF53446}"/>
              </a:ext>
            </a:extLst>
          </p:cNvPr>
          <p:cNvSpPr/>
          <p:nvPr/>
        </p:nvSpPr>
        <p:spPr>
          <a:xfrm flipH="1">
            <a:off x="76199" y="1565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110 أعترف لك</a:t>
            </a:r>
            <a:endParaRPr lang="en-US" sz="4000" b="1" dirty="0">
              <a:solidFill>
                <a:srgbClr val="FFC000"/>
              </a:solidFill>
            </a:endParaRPr>
          </a:p>
        </p:txBody>
      </p:sp>
      <p:sp>
        <p:nvSpPr>
          <p:cNvPr id="174" name="Rectangle 173">
            <a:hlinkClick r:id="rId11" action="ppaction://hlinksldjump"/>
            <a:extLst>
              <a:ext uri="{FF2B5EF4-FFF2-40B4-BE49-F238E27FC236}">
                <a16:creationId xmlns:a16="http://schemas.microsoft.com/office/drawing/2014/main" id="{EEDFB742-40FF-4F0D-B5F3-A633A283BF02}"/>
              </a:ext>
            </a:extLst>
          </p:cNvPr>
          <p:cNvSpPr/>
          <p:nvPr/>
        </p:nvSpPr>
        <p:spPr>
          <a:xfrm flipH="1">
            <a:off x="76199" y="2454806"/>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defRPr/>
            </a:pPr>
            <a:r>
              <a:rPr lang="ar-EG" sz="4000" b="1" dirty="0">
                <a:solidFill>
                  <a:srgbClr val="FFC000"/>
                </a:solidFill>
                <a:cs typeface="Times New Roman" pitchFamily="18" charset="0"/>
              </a:rPr>
              <a:t>111 طوبى للرجل</a:t>
            </a:r>
            <a:endParaRPr lang="en-US" sz="4000" b="1" dirty="0">
              <a:solidFill>
                <a:srgbClr val="FFC000"/>
              </a:solidFill>
            </a:endParaRPr>
          </a:p>
        </p:txBody>
      </p:sp>
      <p:sp>
        <p:nvSpPr>
          <p:cNvPr id="175" name="Rectangle 174">
            <a:hlinkClick r:id="rId12" action="ppaction://hlinksldjump"/>
            <a:extLst>
              <a:ext uri="{FF2B5EF4-FFF2-40B4-BE49-F238E27FC236}">
                <a16:creationId xmlns:a16="http://schemas.microsoft.com/office/drawing/2014/main" id="{61C7999A-7505-4CC4-865A-9467999F71A9}"/>
              </a:ext>
            </a:extLst>
          </p:cNvPr>
          <p:cNvSpPr/>
          <p:nvPr/>
        </p:nvSpPr>
        <p:spPr>
          <a:xfrm flipH="1">
            <a:off x="76199" y="3343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85000" lnSpcReduction="10000"/>
          </a:bodyPr>
          <a:lstStyle/>
          <a:p>
            <a:pPr algn="ctr" rtl="1" eaLnBrk="1" hangingPunct="1">
              <a:lnSpc>
                <a:spcPct val="110000"/>
              </a:lnSpc>
              <a:defRPr/>
            </a:pPr>
            <a:r>
              <a:rPr lang="ar-EG" sz="4000" b="1" dirty="0">
                <a:solidFill>
                  <a:srgbClr val="FFC000"/>
                </a:solidFill>
                <a:cs typeface="Times New Roman" pitchFamily="18" charset="0"/>
              </a:rPr>
              <a:t>112 سبحوا الرب أيها الفتيان</a:t>
            </a:r>
            <a:endParaRPr lang="en-US" sz="4000" b="1" dirty="0">
              <a:solidFill>
                <a:srgbClr val="FFC000"/>
              </a:solidFill>
            </a:endParaRPr>
          </a:p>
        </p:txBody>
      </p:sp>
      <p:sp>
        <p:nvSpPr>
          <p:cNvPr id="176" name="Rectangle 175">
            <a:hlinkClick r:id="rId13" action="ppaction://hlinksldjump"/>
            <a:extLst>
              <a:ext uri="{FF2B5EF4-FFF2-40B4-BE49-F238E27FC236}">
                <a16:creationId xmlns:a16="http://schemas.microsoft.com/office/drawing/2014/main" id="{A9661E05-F702-4251-8138-71AC1116F7EC}"/>
              </a:ext>
            </a:extLst>
          </p:cNvPr>
          <p:cNvSpPr/>
          <p:nvPr/>
        </p:nvSpPr>
        <p:spPr>
          <a:xfrm flipH="1">
            <a:off x="76199" y="4232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92500"/>
          </a:bodyPr>
          <a:lstStyle/>
          <a:p>
            <a:pPr algn="ctr" rtl="1" eaLnBrk="1" hangingPunct="1">
              <a:lnSpc>
                <a:spcPct val="110000"/>
              </a:lnSpc>
              <a:defRPr/>
            </a:pPr>
            <a:r>
              <a:rPr lang="ar-EG" sz="4000" b="1" dirty="0">
                <a:solidFill>
                  <a:srgbClr val="FFC000"/>
                </a:solidFill>
                <a:cs typeface="Times New Roman" pitchFamily="18" charset="0"/>
              </a:rPr>
              <a:t>114 أحببتُ أن يسمع الرب </a:t>
            </a:r>
            <a:endParaRPr lang="en-US" sz="4000" b="1" dirty="0">
              <a:solidFill>
                <a:srgbClr val="FFC000"/>
              </a:solidFill>
            </a:endParaRPr>
          </a:p>
        </p:txBody>
      </p:sp>
      <p:sp>
        <p:nvSpPr>
          <p:cNvPr id="177" name="Rectangle 176">
            <a:hlinkClick r:id="rId14" action="ppaction://hlinksldjump"/>
            <a:extLst>
              <a:ext uri="{FF2B5EF4-FFF2-40B4-BE49-F238E27FC236}">
                <a16:creationId xmlns:a16="http://schemas.microsoft.com/office/drawing/2014/main" id="{264A432B-1BDE-45FC-A797-BA5860767443}"/>
              </a:ext>
            </a:extLst>
          </p:cNvPr>
          <p:cNvSpPr/>
          <p:nvPr/>
        </p:nvSpPr>
        <p:spPr>
          <a:xfrm flipH="1">
            <a:off x="2378596" y="6010808"/>
            <a:ext cx="4403204"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الانجيل</a:t>
            </a:r>
            <a:endParaRPr lang="en-US" sz="4000" b="1" dirty="0">
              <a:solidFill>
                <a:srgbClr val="FFC000"/>
              </a:solidFill>
            </a:endParaRPr>
          </a:p>
        </p:txBody>
      </p:sp>
      <p:sp>
        <p:nvSpPr>
          <p:cNvPr id="9257" name="Title 1">
            <a:extLst>
              <a:ext uri="{FF2B5EF4-FFF2-40B4-BE49-F238E27FC236}">
                <a16:creationId xmlns:a16="http://schemas.microsoft.com/office/drawing/2014/main" id="{3E4D5C60-7E09-4A83-92E1-7D2904BC2DF1}"/>
              </a:ext>
            </a:extLst>
          </p:cNvPr>
          <p:cNvSpPr>
            <a:spLocks noGrp="1"/>
          </p:cNvSpPr>
          <p:nvPr>
            <p:ph type="title"/>
          </p:nvPr>
        </p:nvSpPr>
        <p:spPr bwMode="auto">
          <a:xfrm>
            <a:off x="468313" y="-7620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a:t>الساعة التاسعة</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0AFB4B61-29E0-4560-8679-3B0AF34E8A48}"/>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 المزمور الخامس والتسعون</a:t>
            </a:r>
            <a:endParaRPr lang="en-US" altLang="ar-EG" sz="4800"/>
          </a:p>
        </p:txBody>
      </p:sp>
      <p:sp>
        <p:nvSpPr>
          <p:cNvPr id="10243" name="Content Placeholder 2">
            <a:extLst>
              <a:ext uri="{FF2B5EF4-FFF2-40B4-BE49-F238E27FC236}">
                <a16:creationId xmlns:a16="http://schemas.microsoft.com/office/drawing/2014/main" id="{DA076C1B-3635-482B-803F-297E4B8AE59A}"/>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سبحوا الرب تسبيحا جديدا، سبحي الرب يا كل الأرض، سبحوا الرب وباركوا اسمه. بشروا من يوم إلى يوم بخلاصه. حدثوا في الأمم بمجده وبين جميع الشعوب بعجائبه، لأن الرب عظيم هو ومسبح جدا. مرهوب على كل الآلهة لأن كل آلهة الأمم شَيَاطين، أما الرب فصنع السموات. الجلال والبهاء قدامه، الطهر والجمال العظيم في قدسه.</a:t>
            </a:r>
            <a:r>
              <a:rPr lang="ar-EG" altLang="ar-EG" sz="4800" b="1">
                <a:cs typeface="Times New Roman" panose="02020603050405020304" pitchFamily="18" charset="0"/>
              </a:rPr>
              <a:t> </a:t>
            </a:r>
            <a:r>
              <a:rPr lang="ar-SA" altLang="ar-EG" sz="4800" b="1">
                <a:cs typeface="Times New Roman" panose="02020603050405020304" pitchFamily="18" charset="0"/>
              </a:rPr>
              <a:t>قدموا للرب يا جميع</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a:extLst>
              <a:ext uri="{FF2B5EF4-FFF2-40B4-BE49-F238E27FC236}">
                <a16:creationId xmlns:a16="http://schemas.microsoft.com/office/drawing/2014/main" id="{6E8B695B-2B18-41F8-8CAD-799EF32568F5}"/>
              </a:ext>
            </a:extLst>
          </p:cNvPr>
          <p:cNvSpPr>
            <a:spLocks noGrp="1"/>
          </p:cNvSpPr>
          <p:nvPr>
            <p:ph idx="4294967295"/>
          </p:nvPr>
        </p:nvSpPr>
        <p:spPr bwMode="auto">
          <a:xfrm>
            <a:off x="0" y="0"/>
            <a:ext cx="9144000" cy="7626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قبائل الأمم، قدموا للرب مجدا وكرامة، قدموا للرب مجدا لاسمه. احملوا الذبائح وادخلوا دياره، اسجدوا للرب في دياره المقدسة. فلتتزلزل الأرض كلها من أمام وجهه. قولوا بين الأمم إن الرب قد ملك على خشبة، وأيضا ثبت المسكونة فلن تتزعزع. يدين الشعوب بالاستقامة. فلتفرح السموات ولتبتهج الأرض وليعج البحر وجميع ملئه، تفرح الوديان وكل ما فيها، حينئذ يبتهج كل شجر الغاب أمام وجه</a:t>
            </a:r>
            <a:endParaRPr lang="ar-EG" altLang="ar-EG" sz="4800" b="1">
              <a:cs typeface="Times New Roman" panose="02020603050405020304" pitchFamily="18" charset="0"/>
            </a:endParaRPr>
          </a:p>
          <a:p>
            <a:pPr marL="0" indent="0" algn="justLow" eaLnBrk="1" hangingPunct="1">
              <a:buFontTx/>
              <a:buNone/>
            </a:pPr>
            <a:endParaRPr lang="ar-SA" altLang="ar-EG" sz="4800" b="1">
              <a:cs typeface="Times New Roman" panose="02020603050405020304" pitchFamily="18" charset="0"/>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a:extLst>
              <a:ext uri="{FF2B5EF4-FFF2-40B4-BE49-F238E27FC236}">
                <a16:creationId xmlns:a16="http://schemas.microsoft.com/office/drawing/2014/main" id="{89FD5580-7228-4472-97A6-9FB7C1C694F0}"/>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ما فيها، حينئذ يبتهج كل شجر الغاب أمام وجه الرب، لأنه يأتي ليدين الأرض، يدين المسكونة بالعدل والشعوب بالاستقامة</a:t>
            </a:r>
          </a:p>
        </p:txBody>
      </p:sp>
      <p:sp>
        <p:nvSpPr>
          <p:cNvPr id="12291" name="TextBox 3">
            <a:extLst>
              <a:ext uri="{FF2B5EF4-FFF2-40B4-BE49-F238E27FC236}">
                <a16:creationId xmlns:a16="http://schemas.microsoft.com/office/drawing/2014/main" id="{A248A4EE-AD53-4432-BC35-56A261D3E31C}"/>
              </a:ext>
            </a:extLst>
          </p:cNvPr>
          <p:cNvSpPr txBox="1">
            <a:spLocks noChangeArrowheads="1"/>
          </p:cNvSpPr>
          <p:nvPr/>
        </p:nvSpPr>
        <p:spPr bwMode="auto">
          <a:xfrm>
            <a:off x="0" y="19812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D29E0CC9-3B92-46D5-9F0A-EEE31FD98902}"/>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التاسعة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9E5ABE0D-BE0B-4B13-9F9B-440CACBBCED9}"/>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التاسعة</a:t>
            </a:r>
            <a:endParaRPr lang="en-US" sz="4000" b="1" dirty="0">
              <a:solidFill>
                <a:schemeClr val="bg1"/>
              </a:solidFill>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70BECEF3-C618-4AF8-8E73-8DCBF025CD48}"/>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(2) المزمور السادس والتسعون</a:t>
            </a:r>
            <a:endParaRPr lang="en-US" altLang="ar-EG" sz="4800"/>
          </a:p>
        </p:txBody>
      </p:sp>
      <p:sp>
        <p:nvSpPr>
          <p:cNvPr id="13315" name="Content Placeholder 2">
            <a:extLst>
              <a:ext uri="{FF2B5EF4-FFF2-40B4-BE49-F238E27FC236}">
                <a16:creationId xmlns:a16="http://schemas.microsoft.com/office/drawing/2014/main" id="{70979EDE-6D79-4A38-95A0-3AE9535460D7}"/>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الرب قد ملك فلتتهلل الأرض، ولتفرح الجزائر الكثيرة. سحاب وضباب حوله، العدل والقضاء قوام كرسيه، النار تسبق فتسلك أمامه، وبلهيب تحرق أعداءه الذين حوله. أضاءت بروقه المسكونة. نظرت الأرض فتزلزلت، ذابت الجبال مثل الشمع من قدام وجه الرب، من أمام وجه رب الأرض كلها. أخبرت السموات بعدله، وعاينت جميع الشعوب مجده . يخزى جميع</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000335B6-A69E-4535-A681-B259473491F6}"/>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الساجدين لصنعة الأيدي، المفتخرين بأصنامهم. اسجدوا لله يا جميع ملائكته. سمعت صهيون ففرحت، وتهللت بنات يهوذا، من أجل أحكامك يا رب. لأنك أنت هو الرب العالي على كل الأرض، ارتفعت جدا فوق جميع الآلهة.</a:t>
            </a:r>
            <a:r>
              <a:rPr lang="ar-EG" altLang="ar-EG" sz="4800" b="1">
                <a:cs typeface="Times New Roman" panose="02020603050405020304" pitchFamily="18" charset="0"/>
              </a:rPr>
              <a:t> </a:t>
            </a:r>
            <a:r>
              <a:rPr lang="ar-SA" altLang="ar-EG" sz="4800" b="1">
                <a:cs typeface="Times New Roman" panose="02020603050405020304" pitchFamily="18" charset="0"/>
              </a:rPr>
              <a:t>يا محبي الرب أبغضوا الشر. إن الرب يحفظ نفوس أبراره، وينجيهم من أيدي الخطاة. نور أشرق للصديقين وفرح للمستقيمي القلوب. افرحوا أيها الصديقون بالرب. واعترفوا لذكر</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207CDCF4-0252-47E6-BBA7-4A4FAAB63B33}"/>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قدسه. </a:t>
            </a:r>
          </a:p>
        </p:txBody>
      </p:sp>
      <p:sp>
        <p:nvSpPr>
          <p:cNvPr id="15363" name="TextBox 3">
            <a:extLst>
              <a:ext uri="{FF2B5EF4-FFF2-40B4-BE49-F238E27FC236}">
                <a16:creationId xmlns:a16="http://schemas.microsoft.com/office/drawing/2014/main" id="{BEA8513B-D371-41A8-8D58-B97A55F65CB6}"/>
              </a:ext>
            </a:extLst>
          </p:cNvPr>
          <p:cNvSpPr txBox="1">
            <a:spLocks noChangeArrowheads="1"/>
          </p:cNvSpPr>
          <p:nvPr/>
        </p:nvSpPr>
        <p:spPr bwMode="auto">
          <a:xfrm>
            <a:off x="0" y="830263"/>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80E7374E-1F87-4FC9-9417-97487DB31992}"/>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التاسعة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BAA2133E-9E40-4A57-BF8F-1732546DA459}"/>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التاسعة</a:t>
            </a:r>
            <a:endParaRPr lang="en-US" sz="4000" b="1" dirty="0">
              <a:solidFill>
                <a:schemeClr val="bg1"/>
              </a:solidFill>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22D4541-350C-40B3-9518-4406C0B17F6D}"/>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(3) المزمور السابع والتسعون</a:t>
            </a:r>
            <a:endParaRPr lang="en-US" altLang="ar-EG" sz="4800"/>
          </a:p>
        </p:txBody>
      </p:sp>
      <p:sp>
        <p:nvSpPr>
          <p:cNvPr id="16387" name="Content Placeholder 2">
            <a:extLst>
              <a:ext uri="{FF2B5EF4-FFF2-40B4-BE49-F238E27FC236}">
                <a16:creationId xmlns:a16="http://schemas.microsoft.com/office/drawing/2014/main" id="{8A9B90C8-6CD0-4868-B8AA-7C255216B853}"/>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سبحوا الرب تسبيحا جديدا لأن الرب قد صنع أعمالا عجيبة، خلصتْ له يمينه وذراعه القدوس، أعلن الرب خلاصه وكشف قدام الأمم عدله. ذكر رحمته ليعقوب وحقه لبيت إسرائيل. نظرت أقاصي الأرض جميعا خلاص إلهنا.</a:t>
            </a:r>
            <a:r>
              <a:rPr lang="ar-EG" altLang="ar-EG" sz="4800" b="1">
                <a:cs typeface="Times New Roman" panose="02020603050405020304" pitchFamily="18" charset="0"/>
              </a:rPr>
              <a:t> </a:t>
            </a:r>
            <a:r>
              <a:rPr lang="ar-SA" altLang="ar-EG" sz="4800" b="1">
                <a:cs typeface="Times New Roman" panose="02020603050405020304" pitchFamily="18" charset="0"/>
              </a:rPr>
              <a:t>هللوا للرب يا كل الأرض، سبحوا وهللوا ورتلوا. رتلوا للرب بالقيثارة، بالقيثارة وصوت المزمار. بأبواق خافقة وصوت بوق القرن،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86EBE2CB-45EF-4694-BB1A-DAC541F4F36E}"/>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هللوا أمام الرب الملك. فليعج البحر وكل ملئه، المسكونة وكل الساكنين فيها. تصفق جميع الأنهار، الجبال تبتهج أمام وجه الرب، لأنه أتى ليدين الأرض، يدين المسكونة بالعدل والشعوب بالاستقامة </a:t>
            </a:r>
          </a:p>
        </p:txBody>
      </p:sp>
      <p:sp>
        <p:nvSpPr>
          <p:cNvPr id="17411" name="TextBox 3">
            <a:extLst>
              <a:ext uri="{FF2B5EF4-FFF2-40B4-BE49-F238E27FC236}">
                <a16:creationId xmlns:a16="http://schemas.microsoft.com/office/drawing/2014/main" id="{CEEADB33-E89B-4870-9CD0-CD3A6ADF2271}"/>
              </a:ext>
            </a:extLst>
          </p:cNvPr>
          <p:cNvSpPr txBox="1">
            <a:spLocks noChangeArrowheads="1"/>
          </p:cNvSpPr>
          <p:nvPr/>
        </p:nvSpPr>
        <p:spPr bwMode="auto">
          <a:xfrm>
            <a:off x="0" y="35052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1D8A4440-872C-40A9-B295-650544A9D254}"/>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التاسعة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15C15F74-D4BE-4C9D-8BB3-088F82B5E42E}"/>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التاسعة</a:t>
            </a:r>
            <a:endParaRPr lang="en-US" sz="4000" b="1" dirty="0">
              <a:solidFill>
                <a:schemeClr val="bg1"/>
              </a:solidFill>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FFBD666D-B54A-48A7-9A5A-901B25CF8FCA}"/>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(4) المزمور الثامن والتسعون</a:t>
            </a:r>
            <a:endParaRPr lang="en-US" altLang="ar-EG" sz="4800"/>
          </a:p>
        </p:txBody>
      </p:sp>
      <p:sp>
        <p:nvSpPr>
          <p:cNvPr id="18435" name="Content Placeholder 2">
            <a:extLst>
              <a:ext uri="{FF2B5EF4-FFF2-40B4-BE49-F238E27FC236}">
                <a16:creationId xmlns:a16="http://schemas.microsoft.com/office/drawing/2014/main" id="{9813F513-6C05-4418-A88B-BEF6953881FE}"/>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الرب قد ملك فلترتعد الشعوب. الجالس على الشاروبيم فلتتزلزل الأرض. عظيم هو الرب في صهيون ومتعال على كل الشعوب. فليعترفوا لاسمه العظيم لأنه مرهوب وقدوس وكرامة الملك أن يحب العدل أنت هيأت الاستقامة أنت أجريت القضاء والعدل في يعقوب. ارفعوا الرب إلهنا واسجدوا لموطئ قدميه فإنه قدوس هو. موسى وهرون بين كهنته وصموئيل بين الذين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BED63476-9C9F-4C7C-B2E5-55B886FFFF7B}"/>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يدعون باسمه، كانوا يدْعون الرب فيستجيب لهم، بعمود الغمام كان يكلمهم. لأنهم حفظوا شهاداتِه، والأوامرَ التي أعطاهم. أيها الرب إلهنا، أنت استجبت لهم. صرت لهم يا الله غفورا، ومنتقما على جميع أعمالهم. ارفعوا الرب إلهنا، واسجدوا في جبله المقدس، فإن الربَّ إلهنا قدوس.</a:t>
            </a:r>
          </a:p>
        </p:txBody>
      </p:sp>
      <p:sp>
        <p:nvSpPr>
          <p:cNvPr id="19459" name="TextBox 3">
            <a:extLst>
              <a:ext uri="{FF2B5EF4-FFF2-40B4-BE49-F238E27FC236}">
                <a16:creationId xmlns:a16="http://schemas.microsoft.com/office/drawing/2014/main" id="{FF118C24-5AF7-4E3F-94BC-24C9508FCCC1}"/>
              </a:ext>
            </a:extLst>
          </p:cNvPr>
          <p:cNvSpPr txBox="1">
            <a:spLocks noChangeArrowheads="1"/>
          </p:cNvSpPr>
          <p:nvPr/>
        </p:nvSpPr>
        <p:spPr bwMode="auto">
          <a:xfrm>
            <a:off x="0" y="51816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4DAE087E-138D-46D0-A2B7-F16B8AA89E91}"/>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التاسعة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BA6E0CEF-29A5-4781-B6EB-F81D7D92FCA9}"/>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التاسعة</a:t>
            </a:r>
            <a:endParaRPr lang="en-US" sz="4000" b="1" dirty="0">
              <a:solidFill>
                <a:schemeClr val="bg1"/>
              </a:solidFill>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6CBF60D4-3DAA-40EA-A81B-10B59CE7DFF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(5) المزمور التاسع والتسعون</a:t>
            </a:r>
            <a:endParaRPr lang="en-US" altLang="ar-EG" sz="4800"/>
          </a:p>
        </p:txBody>
      </p:sp>
      <p:sp>
        <p:nvSpPr>
          <p:cNvPr id="20483" name="Content Placeholder 2">
            <a:extLst>
              <a:ext uri="{FF2B5EF4-FFF2-40B4-BE49-F238E27FC236}">
                <a16:creationId xmlns:a16="http://schemas.microsoft.com/office/drawing/2014/main" id="{59847285-56AF-45FB-A646-5BBF86FCD8FD}"/>
              </a:ext>
            </a:extLst>
          </p:cNvPr>
          <p:cNvSpPr>
            <a:spLocks noGrp="1"/>
          </p:cNvSpPr>
          <p:nvPr>
            <p:ph idx="4294967295"/>
          </p:nvPr>
        </p:nvSpPr>
        <p:spPr bwMode="auto">
          <a:xfrm>
            <a:off x="0" y="76200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هللوا للرب يا كل الأرض. اعبدوا الرب بالفرح، ادخلوا أمامه بالتهليل. اعلموا أن الرب هو إلهنا، هو صنعنا وليس نحن، ونحن شعبه وغنم رعيته. ادخلوا أبوابه بالاعتراف، ودياره بالتسابيح. اعترفوا له، وباركوا اسمه. فإن الرب صالح هو، والى الأبد رحمته، وإلى جيل فجيل حقه.</a:t>
            </a:r>
          </a:p>
        </p:txBody>
      </p:sp>
      <p:sp>
        <p:nvSpPr>
          <p:cNvPr id="20484" name="TextBox 3">
            <a:extLst>
              <a:ext uri="{FF2B5EF4-FFF2-40B4-BE49-F238E27FC236}">
                <a16:creationId xmlns:a16="http://schemas.microsoft.com/office/drawing/2014/main" id="{597EC93A-6242-4BB0-BE7F-0E0F4D3599F1}"/>
              </a:ext>
            </a:extLst>
          </p:cNvPr>
          <p:cNvSpPr txBox="1">
            <a:spLocks noChangeArrowheads="1"/>
          </p:cNvSpPr>
          <p:nvPr/>
        </p:nvSpPr>
        <p:spPr bwMode="auto">
          <a:xfrm>
            <a:off x="0" y="51816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7" name="Rectangle 6">
            <a:hlinkClick r:id="rId2" action="ppaction://hlinksldjump"/>
            <a:extLst>
              <a:ext uri="{FF2B5EF4-FFF2-40B4-BE49-F238E27FC236}">
                <a16:creationId xmlns:a16="http://schemas.microsoft.com/office/drawing/2014/main" id="{D9D8EBC6-47CE-4EB0-8C10-C2C3A66C1622}"/>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التاسعة</a:t>
            </a:r>
            <a:endParaRPr lang="en-US" sz="4000" b="1" dirty="0">
              <a:solidFill>
                <a:schemeClr val="bg1"/>
              </a:solidFill>
            </a:endParaRPr>
          </a:p>
        </p:txBody>
      </p:sp>
      <p:sp>
        <p:nvSpPr>
          <p:cNvPr id="8" name="Rectangle 7">
            <a:hlinkClick r:id="rId3" action="ppaction://hlinksldjump"/>
            <a:extLst>
              <a:ext uri="{FF2B5EF4-FFF2-40B4-BE49-F238E27FC236}">
                <a16:creationId xmlns:a16="http://schemas.microsoft.com/office/drawing/2014/main" id="{6959EE06-A44E-46E7-AAF9-1DC16B25C7B2}"/>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التاسعة</a:t>
            </a:r>
            <a:endParaRPr lang="en-US" sz="4000" b="1" dirty="0">
              <a:solidFill>
                <a:schemeClr val="bg1"/>
              </a:solidFill>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2B62972A-236D-4F50-8A40-4294BB7FE064}"/>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(6) المزمور المائة</a:t>
            </a:r>
            <a:endParaRPr lang="en-US" altLang="ar-EG" sz="4800"/>
          </a:p>
        </p:txBody>
      </p:sp>
      <p:sp>
        <p:nvSpPr>
          <p:cNvPr id="21507" name="Content Placeholder 2">
            <a:extLst>
              <a:ext uri="{FF2B5EF4-FFF2-40B4-BE49-F238E27FC236}">
                <a16:creationId xmlns:a16="http://schemas.microsoft.com/office/drawing/2014/main" id="{ABC79887-8183-490E-8D4B-51FDDDD3F26A}"/>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رحمة وحكما أسبحك يا رب. أترنم لك. وأتفهم في طريق بلا عيب. متى تأتى إليّ؟ لقد كنت أسلك بدعة قلبي في وسط بيتي. لم أضع أمام عيني أمرا يخالف الناموسَ. صانعي المعصية أبغضتُ. لم يلصق بي قلب معوج، وعند ميلان الشرير عنى لم أكن أعلم، والذي يغتاب قريبه سرا كنت أطارده، المستكبر بعينيه والمنتفخ القلب لم أوآكله.</a:t>
            </a:r>
            <a:r>
              <a:rPr lang="ar-EG" altLang="ar-EG" sz="4800" b="1">
                <a:cs typeface="Times New Roman" panose="02020603050405020304" pitchFamily="18" charset="0"/>
              </a:rPr>
              <a:t> </a:t>
            </a:r>
            <a:r>
              <a:rPr lang="ar-SA" altLang="ar-EG" sz="4800" b="1">
                <a:cs typeface="Times New Roman" panose="02020603050405020304" pitchFamily="18" charset="0"/>
              </a:rPr>
              <a:t>عيناي على جميع أمناء</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a:extLst>
              <a:ext uri="{FF2B5EF4-FFF2-40B4-BE49-F238E27FC236}">
                <a16:creationId xmlns:a16="http://schemas.microsoft.com/office/drawing/2014/main" id="{13460E27-78D5-4A8E-B104-A99814655327}"/>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الأرض لكي أجلسهم معي. السالك في الطريق بلا عيب هذا كان يخدمني. المتكبر لم يسكن في وسط بيتي. المتكلم بالظلم لم يستقِم أمام عيني. في أوقات الغدوات كنت أقتل جميع خطاة الأرض، لأبيد من مدينة الرب جميع صانعي الإثم</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2531" name="TextBox 3">
            <a:extLst>
              <a:ext uri="{FF2B5EF4-FFF2-40B4-BE49-F238E27FC236}">
                <a16:creationId xmlns:a16="http://schemas.microsoft.com/office/drawing/2014/main" id="{DDBBD219-C3A3-4DE1-9B6B-F9AF4FB64108}"/>
              </a:ext>
            </a:extLst>
          </p:cNvPr>
          <p:cNvSpPr txBox="1">
            <a:spLocks noChangeArrowheads="1"/>
          </p:cNvSpPr>
          <p:nvPr/>
        </p:nvSpPr>
        <p:spPr bwMode="auto">
          <a:xfrm>
            <a:off x="0" y="41910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3FB67CB5-D543-4460-8503-486D0376861A}"/>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التاسعة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2EC15B86-29F5-4D76-83A9-4D3AC7E64C4D}"/>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التاسعة</a:t>
            </a:r>
            <a:endParaRPr lang="en-US" sz="4000" b="1" dirty="0">
              <a:solidFill>
                <a:schemeClr val="bg1"/>
              </a:solidFill>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9F67E12B-414B-4CED-A5D2-8412F46267FD}"/>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(7) المزمور المائة والتاسع</a:t>
            </a:r>
            <a:endParaRPr lang="en-US" altLang="ar-EG" sz="4800"/>
          </a:p>
        </p:txBody>
      </p:sp>
      <p:sp>
        <p:nvSpPr>
          <p:cNvPr id="23555" name="Content Placeholder 2">
            <a:extLst>
              <a:ext uri="{FF2B5EF4-FFF2-40B4-BE49-F238E27FC236}">
                <a16:creationId xmlns:a16="http://schemas.microsoft.com/office/drawing/2014/main" id="{394CF900-ED80-4D81-9D05-1904D5B297D9}"/>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قال الرب لربي: اجلس عن يميني حتى أضع أعداءك تحت موطئ قدميك. عصا قوة يرسل لك الرب من صهيون وتسود في وسط أعدائك. معك الرياسة في يوم قوتك، في بهاء القديسين. من البطن قبل كوكب الصبح ولدتك.</a:t>
            </a:r>
            <a:r>
              <a:rPr lang="ar-EG" altLang="ar-EG" sz="4800" b="1">
                <a:cs typeface="Times New Roman" panose="02020603050405020304" pitchFamily="18" charset="0"/>
              </a:rPr>
              <a:t> </a:t>
            </a:r>
            <a:r>
              <a:rPr lang="ar-SA" altLang="ar-EG" sz="4800" b="1">
                <a:cs typeface="Times New Roman" panose="02020603050405020304" pitchFamily="18" charset="0"/>
              </a:rPr>
              <a:t>أقسم الرب ولن يندمَ أنك أنت هو الكاهن على طقس ملكيصادَق. الرب عن يمينك، يحطم في يوم رجزه ملوكا، يقضي بين الأمم ويملأهم جثثا،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a:extLst>
              <a:ext uri="{FF2B5EF4-FFF2-40B4-BE49-F238E27FC236}">
                <a16:creationId xmlns:a16="http://schemas.microsoft.com/office/drawing/2014/main" id="{35FD11E9-229C-4F01-B837-C91BD1BC77EF}"/>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يسحق رؤوس كثيرين على الأرض. وفي الطريق يشرب الماء من الوادي. لذلكَ يرفع رأسه</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4579" name="TextBox 3">
            <a:extLst>
              <a:ext uri="{FF2B5EF4-FFF2-40B4-BE49-F238E27FC236}">
                <a16:creationId xmlns:a16="http://schemas.microsoft.com/office/drawing/2014/main" id="{3F1878EC-486D-43C1-BAA3-CFE964AB5666}"/>
              </a:ext>
            </a:extLst>
          </p:cNvPr>
          <p:cNvSpPr txBox="1">
            <a:spLocks noChangeArrowheads="1"/>
          </p:cNvSpPr>
          <p:nvPr/>
        </p:nvSpPr>
        <p:spPr bwMode="auto">
          <a:xfrm>
            <a:off x="0" y="2289175"/>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CDABBD91-70EA-4F5A-A858-9C074A1E8729}"/>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التاسعة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57903AB4-1E39-41C7-B697-734FF6595B62}"/>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التاسعة</a:t>
            </a:r>
            <a:endParaRPr lang="en-US" sz="4000" b="1" dirty="0">
              <a:solidFill>
                <a:schemeClr val="bg1"/>
              </a:solidFill>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C48A7DED-690C-4443-A42B-DB26F472A45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(8) المزمور المائة والعاشر</a:t>
            </a:r>
            <a:endParaRPr lang="en-US" altLang="ar-EG" sz="4800"/>
          </a:p>
        </p:txBody>
      </p:sp>
      <p:sp>
        <p:nvSpPr>
          <p:cNvPr id="25603" name="Content Placeholder 2">
            <a:extLst>
              <a:ext uri="{FF2B5EF4-FFF2-40B4-BE49-F238E27FC236}">
                <a16:creationId xmlns:a16="http://schemas.microsoft.com/office/drawing/2014/main" id="{0AC4D9B1-9E06-4705-A09B-52DDB6137F2A}"/>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أعترف لك يا رب من كل قلبي. في مجلس المستقيمين وفي مجمعهم. عظيمة هي أعمال الرب، ومشيئاته كلها مفحوصة، جلال وبهاء عمله، وعدله دائم إلى أبد الأبد. صنع ذكرا لجميع عجائبه. رحيم هو الرب ورؤوف، أعطى طعامه لأتقيائه، يذكر إلى الدهر ميثاقه. خبَّر شعبَه بقوة أعماله، ليعطيهم ميراث الأمم. أعمال يديه حق وعدل. كل وصاياه صادقة،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a:extLst>
              <a:ext uri="{FF2B5EF4-FFF2-40B4-BE49-F238E27FC236}">
                <a16:creationId xmlns:a16="http://schemas.microsoft.com/office/drawing/2014/main" id="{2B81CFC7-9EDC-4585-BA98-5846C77969AB}"/>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ثابتة إلى دهر الدهور، مصنوعة بالحق والاستقامة. أرسل خلاصا لشعبه، أمر بعهده إلى الأبد. اسمه قدوس ومرهوب. رأس الحكمة مخافة الرب، والفهم صالح لكل من يعمل به، وتسبحته دائمة إلى الأبد</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6627" name="TextBox 3">
            <a:extLst>
              <a:ext uri="{FF2B5EF4-FFF2-40B4-BE49-F238E27FC236}">
                <a16:creationId xmlns:a16="http://schemas.microsoft.com/office/drawing/2014/main" id="{A02468BE-16FE-4205-B2A9-16FE9215D499}"/>
              </a:ext>
            </a:extLst>
          </p:cNvPr>
          <p:cNvSpPr txBox="1">
            <a:spLocks noChangeArrowheads="1"/>
          </p:cNvSpPr>
          <p:nvPr/>
        </p:nvSpPr>
        <p:spPr bwMode="auto">
          <a:xfrm>
            <a:off x="0" y="35814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200AA198-933C-46E3-BAFA-B60A08ED92DB}"/>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التاسعة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DD1CC274-EC55-40C0-B434-CEF1DC60370F}"/>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التاسعة</a:t>
            </a:r>
            <a:endParaRPr lang="en-US" sz="4000" b="1" dirty="0">
              <a:solidFill>
                <a:schemeClr val="bg1"/>
              </a:solidFill>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AD2D9E5C-192D-43E7-98A9-0A7022BBCD46}"/>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(9) المزمور المائة والحادي عشر</a:t>
            </a:r>
            <a:endParaRPr lang="en-US" altLang="ar-EG" sz="4800"/>
          </a:p>
        </p:txBody>
      </p:sp>
      <p:sp>
        <p:nvSpPr>
          <p:cNvPr id="27651" name="Content Placeholder 2">
            <a:extLst>
              <a:ext uri="{FF2B5EF4-FFF2-40B4-BE49-F238E27FC236}">
                <a16:creationId xmlns:a16="http://schemas.microsoft.com/office/drawing/2014/main" id="{C07B8652-4A5F-490E-BD17-41FBAFF4D806}"/>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طوبى للرجل الخائف الرب ويهوى وصاياه جدا. يقوى نسله على الأرض. جيل المستقيمين يُبارَك. مجدٌ وغِنىً في بيته، وبره يدوم إلى الأبد. نور أشرق في الظلمة للمستقيمين. رحيم هو الرب الإله ورؤوف وبار. صالح هو الرجل الذي يتراءف ويُقرض ويدبر أقواله بالحق، لأنه لا يتزعزع إلى الدهر. ذِكر الصديق يدوم إلى الأبد، ولا يخشى من خبر السوء. قلبه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E5288104-4B47-4307-83F0-416648A22718}"/>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مستعد متكل على الرب. قلبه ثابت لا يتزعزع حتى يرى بأعدائه. فرق وأعطى المساكين. بره دائم إلى دهر الدهور. يرتفع قرنه بالمجد. الخاطئ يبصر فيغتاظ ويصر بأسنانه ويذوب، شهوة الخاطئ تبيد.</a:t>
            </a:r>
          </a:p>
        </p:txBody>
      </p:sp>
      <p:sp>
        <p:nvSpPr>
          <p:cNvPr id="28675" name="TextBox 3">
            <a:extLst>
              <a:ext uri="{FF2B5EF4-FFF2-40B4-BE49-F238E27FC236}">
                <a16:creationId xmlns:a16="http://schemas.microsoft.com/office/drawing/2014/main" id="{749DC3BD-405E-44BF-81A3-84E58B113B45}"/>
              </a:ext>
            </a:extLst>
          </p:cNvPr>
          <p:cNvSpPr txBox="1">
            <a:spLocks noChangeArrowheads="1"/>
          </p:cNvSpPr>
          <p:nvPr/>
        </p:nvSpPr>
        <p:spPr bwMode="auto">
          <a:xfrm>
            <a:off x="0" y="35814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8B3D1AFF-4FA8-41C0-899C-023D44A15EB1}"/>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التاسعة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40973BB0-FFF5-4FC4-AC73-4240040C4B29}"/>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التاسعة</a:t>
            </a:r>
            <a:endParaRPr lang="en-US" sz="4000" b="1" dirty="0">
              <a:solidFill>
                <a:schemeClr val="bg1"/>
              </a:solidFill>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A095C9B1-5A5D-4EF2-B500-B360F1344714}"/>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(10) المزمور المائة والثاني عشر</a:t>
            </a:r>
            <a:endParaRPr lang="en-US" altLang="ar-EG" sz="4800"/>
          </a:p>
        </p:txBody>
      </p:sp>
      <p:sp>
        <p:nvSpPr>
          <p:cNvPr id="29699" name="Content Placeholder 2">
            <a:extLst>
              <a:ext uri="{FF2B5EF4-FFF2-40B4-BE49-F238E27FC236}">
                <a16:creationId xmlns:a16="http://schemas.microsoft.com/office/drawing/2014/main" id="{B68F9EC4-90DB-4B17-A922-6990D26AB24E}"/>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سبحوا الرب أيها الفتيان، سبحوا اسم الرب. ليكن اسم الرب مباركا من الآن والى الأبد. من مشارق الشمس إلى مغاربها باركوا اسم الرب. الرب عال على كل الأمم وفوق السموات مجده. من مثل الرب إلهنا ؟! الساكن في الأعالي الناظر إلى المتواضعين في السماء وعلى الأرض، المقيم المسكين من التراب، الرافع البائس من المزبلة، لكي يُجلسه مع رؤساء</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90DE9FA2-952E-44D7-BA00-CF3FA660B755}"/>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شعبه. الذي يجعل العاقر ساكنة في بيت أم أولادٍ فرحة</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30723" name="TextBox 3">
            <a:extLst>
              <a:ext uri="{FF2B5EF4-FFF2-40B4-BE49-F238E27FC236}">
                <a16:creationId xmlns:a16="http://schemas.microsoft.com/office/drawing/2014/main" id="{1D242C9F-1614-4755-AC37-20099386593B}"/>
              </a:ext>
            </a:extLst>
          </p:cNvPr>
          <p:cNvSpPr txBox="1">
            <a:spLocks noChangeArrowheads="1"/>
          </p:cNvSpPr>
          <p:nvPr/>
        </p:nvSpPr>
        <p:spPr bwMode="auto">
          <a:xfrm>
            <a:off x="0" y="14478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AF55D8AF-2459-4184-A732-AAE74B9D5C38}"/>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التاسعة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62285014-22E9-4425-B025-A138B10C2159}"/>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التاسعة</a:t>
            </a:r>
            <a:endParaRPr lang="en-US" sz="4000" b="1" dirty="0">
              <a:solidFill>
                <a:schemeClr val="bg1"/>
              </a:solidFill>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7D22B0AD-4856-47AB-9680-C42A20D73D26}"/>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(11) المزمور المائة والرابع عشر</a:t>
            </a:r>
            <a:endParaRPr lang="en-US" altLang="ar-EG" sz="4800"/>
          </a:p>
        </p:txBody>
      </p:sp>
      <p:sp>
        <p:nvSpPr>
          <p:cNvPr id="31747" name="Content Placeholder 2">
            <a:extLst>
              <a:ext uri="{FF2B5EF4-FFF2-40B4-BE49-F238E27FC236}">
                <a16:creationId xmlns:a16="http://schemas.microsoft.com/office/drawing/2014/main" id="{52114B61-1D52-4DF5-8819-61D44563BEA4}"/>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أحببتُ أن يسمع الرب صوت تضرعي. لأنه أمال أذنه إليّ فأدعوه كل أيامي. لأن أوجاع الموت اكتنفتني وشدائد الجحيم أصابتني. ضيقا وحزنا وجدت، وباسم الرب دعوت: يا رب نج نفسي. الرب رحيم وصدّيق وإلهنا يرحم. الذي يحفظ الأطفالَ هو الرب. اتضعتُ فخلصني. ارجعي يا نفسي إلى موضع راحتكِ، لأن الرب قد أحسن إلى، وأنقذ نفسي من الموت وعيني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a:extLst>
              <a:ext uri="{FF2B5EF4-FFF2-40B4-BE49-F238E27FC236}">
                <a16:creationId xmlns:a16="http://schemas.microsoft.com/office/drawing/2014/main" id="{2184C83F-3553-42A9-A800-7791D4F558A9}"/>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من الدموع ورجلي من الزلل، أرضي الربَّ أمامه في كورة الأحياء.</a:t>
            </a:r>
          </a:p>
        </p:txBody>
      </p:sp>
      <p:sp>
        <p:nvSpPr>
          <p:cNvPr id="32771" name="TextBox 3">
            <a:extLst>
              <a:ext uri="{FF2B5EF4-FFF2-40B4-BE49-F238E27FC236}">
                <a16:creationId xmlns:a16="http://schemas.microsoft.com/office/drawing/2014/main" id="{8075FFB2-B245-4B3A-B67C-EEC3BF823883}"/>
              </a:ext>
            </a:extLst>
          </p:cNvPr>
          <p:cNvSpPr txBox="1">
            <a:spLocks noChangeArrowheads="1"/>
          </p:cNvSpPr>
          <p:nvPr/>
        </p:nvSpPr>
        <p:spPr bwMode="auto">
          <a:xfrm>
            <a:off x="0" y="14478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992F963C-44BB-479D-9A0E-79228FBBA809}"/>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التاسعة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5CDD2792-4D41-47EA-B324-84B2D42079CA}"/>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التاسعة</a:t>
            </a:r>
            <a:endParaRPr lang="en-US" sz="4000" b="1" dirty="0">
              <a:solidFill>
                <a:schemeClr val="bg1"/>
              </a:solidFill>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BD2C99B5-2EDC-4EAE-85C7-3931F6A82638}"/>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(12) المزمور المائة والخامس عشر</a:t>
            </a:r>
            <a:endParaRPr lang="en-US" altLang="ar-EG" sz="4800"/>
          </a:p>
        </p:txBody>
      </p:sp>
      <p:sp>
        <p:nvSpPr>
          <p:cNvPr id="33795" name="Content Placeholder 2">
            <a:extLst>
              <a:ext uri="{FF2B5EF4-FFF2-40B4-BE49-F238E27FC236}">
                <a16:creationId xmlns:a16="http://schemas.microsoft.com/office/drawing/2014/main" id="{2FC08D1A-8CDD-4101-9AB7-7AB8869FDE55}"/>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آمنتُ لذلك تكلمتُ. وأنا اتضعت جدا. أنا قلت في حيرتي: إن كل الناس كاذبون. بماذا أكافئ الربَّ عن كل ما أعطانيه؟ كأس الخلاص آخذ وباسم الرب أدعو. أوفي نذوري للرب قدام كل شعبه. كريم أمام الرب موت قديسيه. يا رب أنا عبدُك، أنا عبدك وابنُ أمتك. قطّعتَ قيودي. فلك أذبح ذبيحة التسبيح، وباسم الرب أدعو. أوفي للرب نذوري في ديار بيت الرب، قدام كل</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a:extLst>
              <a:ext uri="{FF2B5EF4-FFF2-40B4-BE49-F238E27FC236}">
                <a16:creationId xmlns:a16="http://schemas.microsoft.com/office/drawing/2014/main" id="{A4D2BCCB-2ECE-44DB-B6DC-4D6A6494F99F}"/>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شعبه، في وسط أورشليم.</a:t>
            </a:r>
          </a:p>
        </p:txBody>
      </p:sp>
      <p:sp>
        <p:nvSpPr>
          <p:cNvPr id="34819" name="TextBox 3">
            <a:extLst>
              <a:ext uri="{FF2B5EF4-FFF2-40B4-BE49-F238E27FC236}">
                <a16:creationId xmlns:a16="http://schemas.microsoft.com/office/drawing/2014/main" id="{7B0FA0F6-99A2-45D4-B301-5CCCC223CA3F}"/>
              </a:ext>
            </a:extLst>
          </p:cNvPr>
          <p:cNvSpPr txBox="1">
            <a:spLocks noChangeArrowheads="1"/>
          </p:cNvSpPr>
          <p:nvPr/>
        </p:nvSpPr>
        <p:spPr bwMode="auto">
          <a:xfrm>
            <a:off x="0" y="830263"/>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A457EFAC-346D-4B76-AFC9-54388FFB1B5F}"/>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التاسعة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FF724F93-F7A9-4194-86A5-5F83F6EA35AB}"/>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التاسعة</a:t>
            </a:r>
            <a:endParaRPr lang="en-US" sz="4000" b="1" dirty="0">
              <a:solidFill>
                <a:schemeClr val="bg1"/>
              </a:solidFill>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1565FDD5-3033-4054-AE26-B072B6A63138}"/>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إنجيل الساعة التاسعة (</a:t>
            </a:r>
            <a:r>
              <a:rPr lang="ar-SA" altLang="ar-EG" sz="4800"/>
              <a:t>إنجيل لوقا9: 10-17</a:t>
            </a:r>
            <a:r>
              <a:rPr lang="ar-EG" altLang="ar-EG" sz="4800"/>
              <a:t>)</a:t>
            </a:r>
            <a:endParaRPr lang="en-US" altLang="ar-EG" sz="4800"/>
          </a:p>
        </p:txBody>
      </p:sp>
      <p:sp>
        <p:nvSpPr>
          <p:cNvPr id="35843" name="Content Placeholder 2">
            <a:extLst>
              <a:ext uri="{FF2B5EF4-FFF2-40B4-BE49-F238E27FC236}">
                <a16:creationId xmlns:a16="http://schemas.microsoft.com/office/drawing/2014/main" id="{568D8567-1701-41CE-9030-5A63AD9DBFA5}"/>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ولما رجع الرسل حدثوه بما فعلوا. فأخذهم معه ودخل على انفرادٍ مدينة تسمى بيتَ صيدا. فلما علمت الجموع تبعوه فقبلهم وخاطبهم عن ملكوت الله، والمحتاجون إلى الشفاء شفاهم. وكان النهار قد بدأ يميل فتقدم إليه الاثنا عشر وقالوا له: اصرف الجموع ليذهبوا إلى القرى المحيطة والحقول، ليستريحوا ويجدوا ما يأكلونه، فإننا ههنا في موضع قفر. فقال لهم: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a:extLst>
              <a:ext uri="{FF2B5EF4-FFF2-40B4-BE49-F238E27FC236}">
                <a16:creationId xmlns:a16="http://schemas.microsoft.com/office/drawing/2014/main" id="{FA566F06-C609-415E-9683-0A3A513EDB4A}"/>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أعطوهم أنتم ليأكلوا. فقالوا: ليس عندنا أكثر من خمس خبزات وسمكتين، إلا أن نمضي نحن ونشتري أطعمة لهذا الشعب جميعه. وكانوا نحو خمسة آلاف رجل. فقال لتلاميذه: ليتكئوا في كل موضع خمسين خمسين. ففعلوا هكذا وأتكأوهم أجمعين. فأخذ الخمسَ خبزاتٍ والسمكتين، ونظر إلى السماء، وباركها وقسمها، وأعطى التلاميذ ليضعوا أمام الجموع. فأكلوا جميعهم وشبعوا. ثم رفعوا ما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id="{0E7C48F5-8862-45E9-9E26-D7363B7F2028}"/>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فضل عنهم اثنتي عشرة قفة مملوءة.</a:t>
            </a:r>
          </a:p>
        </p:txBody>
      </p:sp>
      <p:sp>
        <p:nvSpPr>
          <p:cNvPr id="37891" name="TextBox 3">
            <a:extLst>
              <a:ext uri="{FF2B5EF4-FFF2-40B4-BE49-F238E27FC236}">
                <a16:creationId xmlns:a16="http://schemas.microsoft.com/office/drawing/2014/main" id="{BA4CC36C-A264-443A-AB25-5A4CA4E2E3A8}"/>
              </a:ext>
            </a:extLst>
          </p:cNvPr>
          <p:cNvSpPr txBox="1">
            <a:spLocks noChangeArrowheads="1"/>
          </p:cNvSpPr>
          <p:nvPr/>
        </p:nvSpPr>
        <p:spPr bwMode="auto">
          <a:xfrm>
            <a:off x="0" y="849313"/>
            <a:ext cx="3429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والمجد للـه دائما</a:t>
            </a:r>
            <a:endParaRPr lang="en-US" altLang="ar-EG" sz="4800" b="1" i="1">
              <a:solidFill>
                <a:srgbClr val="FFC000"/>
              </a:solidFill>
              <a:cs typeface="Times New Roman" panose="02020603050405020304" pitchFamily="18" charset="0"/>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D061CE1A-9144-40DB-BBB5-625EF256FE7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قطع الساعة التاسعة</a:t>
            </a:r>
            <a:endParaRPr lang="en-US" altLang="ar-EG" sz="4800"/>
          </a:p>
        </p:txBody>
      </p:sp>
      <p:sp>
        <p:nvSpPr>
          <p:cNvPr id="38915" name="Content Placeholder 2">
            <a:extLst>
              <a:ext uri="{FF2B5EF4-FFF2-40B4-BE49-F238E27FC236}">
                <a16:creationId xmlns:a16="http://schemas.microsoft.com/office/drawing/2014/main" id="{510D86C2-1798-4B74-A607-E292730915A4}"/>
              </a:ext>
            </a:extLst>
          </p:cNvPr>
          <p:cNvSpPr>
            <a:spLocks noGrp="1"/>
          </p:cNvSpPr>
          <p:nvPr>
            <p:ph idx="4294967295"/>
          </p:nvPr>
        </p:nvSpPr>
        <p:spPr bwMode="auto">
          <a:xfrm>
            <a:off x="0" y="76200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يا من ذاق الموت بالجسد في وقت الساعة التاسعة من أجلنا نحن الخطاة، أمت حواسنا الجسمانية أيها المسيح إلهنا ونجنا. فلتدنُ وسيلتي قدامك يا رب، كقولك فهمني. لتدخل طلبتي إلى حضرتك، ككلمتك أحيني</a:t>
            </a:r>
            <a:r>
              <a:rPr lang="ar-EG" altLang="ar-EG" sz="4800" b="1">
                <a:cs typeface="Times New Roman" panose="02020603050405020304" pitchFamily="18" charset="0"/>
              </a:rPr>
              <a:t>.</a:t>
            </a:r>
            <a:r>
              <a:rPr lang="ar-SA"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(ذوكصابترى..)</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B09E93B4-7250-48E3-AAC6-46C750D90037}"/>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يا من أسلم الروحَ في يدي الآب عندما علقت على الصليب وقت الساعة التاسعة، وهديتَ اللصَّ المصلوبَ معك للدخول إلى الفردوس، لا تغفل عني أيها الصالح ولا ترذلني أنا الضال، بل قدس نفسي وأضئ فهمي واجعلني شريكا لنعمة أسرارك المحيية. لكي ما إذا ذقت من إحساناتك، أقدم لك تسبحة بغير فتور، مشتاقا إلى بهائك أفضل من كل شئ، أيها المسيح إلهنا ونجنا</a:t>
            </a:r>
            <a:r>
              <a:rPr lang="ar-EG" altLang="ar-EG" sz="4800" b="1">
                <a:cs typeface="Times New Roman" panose="02020603050405020304" pitchFamily="18" charset="0"/>
              </a:rPr>
              <a:t>.</a:t>
            </a:r>
            <a:r>
              <a:rPr lang="ar-SA"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a:extLst>
              <a:ext uri="{FF2B5EF4-FFF2-40B4-BE49-F238E27FC236}">
                <a16:creationId xmlns:a16="http://schemas.microsoft.com/office/drawing/2014/main" id="{D0A34AD9-EC5F-4322-BBEB-8EA0F8CF842A}"/>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يا من ولدت من البتول من أجلنا، واحتملت الصلب أيها الصالح وقتلت الموت بموتك وأظهرت القيامة بقيامتك، لا تعرض يا الله عن الذين جبلتهم بيديك. أظهر محبتك للبشر أيها الصالح. اقبل من والدتك شفاعة من أجلنا. نج يا مخلص شعبا متواضعا. لا تتركنا إلى الانقضاء ولا تسلمنا إلى الدهر، ولا تنقض عهدك ولا تنزع عنا رحمتك، من أجل إبراهيمَ حبيبِك واسحقَ عبدِك وإسرائيلَ قديسِك.</a:t>
            </a:r>
            <a:r>
              <a:rPr lang="ar-EG" altLang="ar-EG" sz="4800" b="1">
                <a:cs typeface="Times New Roman" panose="02020603050405020304" pitchFamily="18" charset="0"/>
              </a:rPr>
              <a:t> </a:t>
            </a:r>
            <a:r>
              <a:rPr lang="ar-SA" altLang="ar-EG" sz="4000" b="1">
                <a:solidFill>
                  <a:srgbClr val="FFC000"/>
                </a:solidFill>
                <a:cs typeface="Times New Roman" panose="02020603050405020304" pitchFamily="18" charset="0"/>
              </a:rPr>
              <a:t>كى نين</a:t>
            </a: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179748-7896-493F-9DC9-3D94300D315A}"/>
              </a:ext>
            </a:extLst>
          </p:cNvPr>
          <p:cNvSpPr txBox="1">
            <a:spLocks/>
          </p:cNvSpPr>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en-US" sz="4800" b="1" kern="0" dirty="0">
                <a:solidFill>
                  <a:srgbClr val="FFC000"/>
                </a:solidFill>
                <a:latin typeface="Abraam" pitchFamily="2" charset="0"/>
                <a:cs typeface="Times New Roman" panose="02020603050405020304" pitchFamily="18" charset="0"/>
              </a:rPr>
              <a:t>$</a:t>
            </a:r>
            <a:r>
              <a:rPr lang="ar-EG" sz="4800" b="1" kern="0" dirty="0">
                <a:solidFill>
                  <a:srgbClr val="FFC000"/>
                </a:solidFill>
                <a:latin typeface="Abraam" pitchFamily="2" charset="0"/>
                <a:cs typeface="Times New Roman" panose="02020603050405020304" pitchFamily="18" charset="0"/>
              </a:rPr>
              <a:t> </a:t>
            </a:r>
            <a:r>
              <a:rPr lang="ar-SA" sz="4800" b="1" kern="0" dirty="0">
                <a:cs typeface="Times New Roman" panose="02020603050405020304" pitchFamily="18" charset="0"/>
              </a:rPr>
              <a:t>لما أبصر اللص رئيس الحياة على الصليب معلقا، قال: لولا أن المصلوبَ معنا إلهٌ متجسد، ما كانت الشمس أخفت شعاعها ولا الأرض ماجت مرتعدة. لكن أيها القادر على كل شئ، والمحتمل كل شئ، اذكرني يا رب متى جئتَ في ملكوتك. </a:t>
            </a:r>
            <a:r>
              <a:rPr lang="ar-SA" sz="4800" b="1" kern="0" dirty="0">
                <a:solidFill>
                  <a:srgbClr val="FFC000"/>
                </a:solidFill>
                <a:cs typeface="Times New Roman" panose="02020603050405020304" pitchFamily="18" charset="0"/>
              </a:rPr>
              <a:t>(ذوكصابترى..)</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424E5827-4657-4E88-8C93-1B4477DA371E}"/>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يا من قبل إليه اعتراف اللص على الصليب، اقبلنا إليك أيها الصالح. نحن المستوجبين حكم الموت من أجل خطايانا. نقر بخطايانا معه معترفين بألوهيتك، ونصرخ معه جميعا: اذكرنا يا رب متى جئتَ في ملكوتك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E36364-9B8B-4BAE-8503-7AE62EABEB4E}"/>
              </a:ext>
            </a:extLst>
          </p:cNvPr>
          <p:cNvSpPr txBox="1">
            <a:spLocks/>
          </p:cNvSpPr>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en-US" sz="4800" b="1" kern="0" dirty="0">
                <a:solidFill>
                  <a:srgbClr val="FFC000"/>
                </a:solidFill>
                <a:latin typeface="Abraam" pitchFamily="2" charset="0"/>
                <a:cs typeface="Times New Roman" panose="02020603050405020304" pitchFamily="18" charset="0"/>
              </a:rPr>
              <a:t>$</a:t>
            </a:r>
            <a:r>
              <a:rPr lang="ar-EG" sz="4800" b="1" kern="0" dirty="0">
                <a:solidFill>
                  <a:srgbClr val="FFC000"/>
                </a:solidFill>
                <a:latin typeface="Abraam" pitchFamily="2" charset="0"/>
                <a:cs typeface="Times New Roman" panose="02020603050405020304" pitchFamily="18" charset="0"/>
              </a:rPr>
              <a:t> </a:t>
            </a:r>
            <a:r>
              <a:rPr lang="ar-SA" sz="4800" b="1" kern="0" dirty="0">
                <a:cs typeface="Times New Roman" panose="02020603050405020304" pitchFamily="18" charset="0"/>
              </a:rPr>
              <a:t>عندما نظرت الوالدة الحمل والراعي مخلص العالم على الصليب معلقا قالت وهي باكية: أما العالم فيفرح لقبوله الخلاص، وأما أحشائي فتلتهب عند نظري إلى صلبوتك الذي أنت صابر عليه من أجل الكل، يا ابني والهي.</a:t>
            </a:r>
            <a:endParaRPr lang="ar-SA" sz="4800" b="1" kern="0" dirty="0">
              <a:solidFill>
                <a:srgbClr val="FFC000"/>
              </a:solidFill>
              <a:cs typeface="Times New Roman" panose="02020603050405020304" pitchFamily="18" charset="0"/>
            </a:endParaRPr>
          </a:p>
        </p:txBody>
      </p:sp>
      <p:sp>
        <p:nvSpPr>
          <p:cNvPr id="44035" name="Rectangle 2">
            <a:extLst>
              <a:ext uri="{FF2B5EF4-FFF2-40B4-BE49-F238E27FC236}">
                <a16:creationId xmlns:a16="http://schemas.microsoft.com/office/drawing/2014/main" id="{D73FCE5A-2528-4F69-9E91-57DF0CD9EB59}"/>
              </a:ext>
            </a:extLst>
          </p:cNvPr>
          <p:cNvSpPr>
            <a:spLocks noChangeArrowheads="1"/>
          </p:cNvSpPr>
          <p:nvPr/>
        </p:nvSpPr>
        <p:spPr bwMode="auto">
          <a:xfrm>
            <a:off x="2438400" y="5029200"/>
            <a:ext cx="4467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a:r>
              <a:rPr lang="ar-SA" altLang="ar-EG" sz="4800" b="1">
                <a:solidFill>
                  <a:srgbClr val="FFC000"/>
                </a:solidFill>
                <a:latin typeface="Times New Roman" panose="02020603050405020304" pitchFamily="18" charset="0"/>
                <a:cs typeface="Times New Roman" panose="02020603050405020304" pitchFamily="18" charset="0"/>
              </a:rPr>
              <a:t>كيريي ليسون</a:t>
            </a:r>
            <a:r>
              <a:rPr lang="ar-EG" altLang="ar-EG" sz="4800" b="1">
                <a:solidFill>
                  <a:srgbClr val="FFC000"/>
                </a:solidFill>
                <a:latin typeface="Times New Roman" panose="02020603050405020304" pitchFamily="18" charset="0"/>
                <a:cs typeface="Times New Roman" panose="02020603050405020304" pitchFamily="18" charset="0"/>
              </a:rPr>
              <a:t> </a:t>
            </a:r>
            <a:r>
              <a:rPr lang="ar-SA" altLang="ar-EG" sz="4800" b="1">
                <a:solidFill>
                  <a:srgbClr val="FFC000"/>
                </a:solidFill>
                <a:latin typeface="Times New Roman" panose="02020603050405020304" pitchFamily="18" charset="0"/>
                <a:cs typeface="Times New Roman" panose="02020603050405020304" pitchFamily="18" charset="0"/>
              </a:rPr>
              <a:t>41 مرة</a:t>
            </a:r>
            <a:endParaRPr lang="en-US" altLang="ar-EG" sz="3200" b="1">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B83599A9-7CAF-4360-B5EB-91252F4B6B57}"/>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قدوس قدوس قدوس</a:t>
            </a:r>
            <a:endParaRPr lang="en-US" altLang="ar-EG" sz="4800"/>
          </a:p>
        </p:txBody>
      </p:sp>
      <p:sp>
        <p:nvSpPr>
          <p:cNvPr id="45059" name="Content Placeholder 2">
            <a:extLst>
              <a:ext uri="{FF2B5EF4-FFF2-40B4-BE49-F238E27FC236}">
                <a16:creationId xmlns:a16="http://schemas.microsoft.com/office/drawing/2014/main" id="{D1589714-2E0A-445F-A287-5A117996262B}"/>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قدوس، قدوس، قدوس، رب الصباؤوت. السماء والأرض مملوءتان من مجدك وكرامتك. ارحمنا يا الله الآب ضابط الكل. أيها الثالوث القدوس ارحمنا. أيها الرب إله القوات كن معنا، لأنه ليس لنا معين في شدائدنا وضيقاتنا سواك. حل واغفر واصفح لنا يا الله عن سيئاتنا، التي صنعناها بإرادتنا والتي صنعناها بغير إرادتنا، التي فعلناها بمعرفة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a:extLst>
              <a:ext uri="{FF2B5EF4-FFF2-40B4-BE49-F238E27FC236}">
                <a16:creationId xmlns:a16="http://schemas.microsoft.com/office/drawing/2014/main" id="{3F72FD7C-A50F-4926-BF2A-19EC6850EC60}"/>
              </a:ext>
            </a:extLst>
          </p:cNvPr>
          <p:cNvSpPr>
            <a:spLocks noGrp="1"/>
          </p:cNvSpPr>
          <p:nvPr>
            <p:ph idx="4294967295"/>
          </p:nvPr>
        </p:nvSpPr>
        <p:spPr bwMode="auto">
          <a:xfrm>
            <a:off x="0" y="0"/>
            <a:ext cx="9144000" cy="3933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والتي فعلناها بغير معرفة، الخفية والظاهرة. يا رب اغفرها لنا، من أجل اسمك القدوس الذي دعي علينا. كرحمتك يا رب وليس كخطايانا.</a:t>
            </a:r>
            <a:endParaRPr lang="ar-EG" altLang="ar-EG" sz="4800" b="1">
              <a:cs typeface="Times New Roman" panose="02020603050405020304" pitchFamily="18" charset="0"/>
            </a:endParaRPr>
          </a:p>
          <a:p>
            <a:pPr marL="0" indent="0" algn="justLow" eaLnBrk="1" hangingPunct="1">
              <a:buFontTx/>
              <a:buNone/>
            </a:pPr>
            <a:r>
              <a:rPr lang="ar-SA" altLang="ar-EG" sz="4800" b="1">
                <a:solidFill>
                  <a:srgbClr val="FFC000"/>
                </a:solidFill>
                <a:cs typeface="Times New Roman" panose="02020603050405020304" pitchFamily="18" charset="0"/>
              </a:rPr>
              <a:t>واجعلنا مستحقين أن نقول بشكر: </a:t>
            </a:r>
            <a:r>
              <a:rPr lang="ar-SA" altLang="ar-EG" sz="4800" b="1">
                <a:cs typeface="Times New Roman" panose="02020603050405020304" pitchFamily="18" charset="0"/>
              </a:rPr>
              <a:t>أبانا الذي في السموات..</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8513756E-13C4-43D3-88BA-21B1195C1873}"/>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تحليل الساعة التاسعة</a:t>
            </a:r>
            <a:endParaRPr lang="en-US" altLang="ar-EG" sz="4800"/>
          </a:p>
        </p:txBody>
      </p:sp>
      <p:sp>
        <p:nvSpPr>
          <p:cNvPr id="47107" name="Content Placeholder 2">
            <a:extLst>
              <a:ext uri="{FF2B5EF4-FFF2-40B4-BE49-F238E27FC236}">
                <a16:creationId xmlns:a16="http://schemas.microsoft.com/office/drawing/2014/main" id="{7924C3FA-1A22-4C69-8C05-E04547E93C69}"/>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الله الآب أبو ربنا وإلهنا ومخلصنا يسوع المسيح هذا الذي بظهوره خلصتنا وأنقذتنا من عبودية العدو. نسألك باسمه المبارك العظيم أنقل عقولنا من الاهتمام العالمي والشهوات الجسدية، إلى تذكار أحكامك السمائية وكمل لنا محبتك للبشر أيها الصالح. ولتكن صلواتنا كل حين وصلاة هذه الساعة التاسعة مقبولة أمامك. وامنحنا أن نسلك كما يليق بالدعوة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a:extLst>
              <a:ext uri="{FF2B5EF4-FFF2-40B4-BE49-F238E27FC236}">
                <a16:creationId xmlns:a16="http://schemas.microsoft.com/office/drawing/2014/main" id="{E8AD382F-C6D8-403F-BE04-550E4ABD5084}"/>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التي دعينا إليها. لكي إذا خرجنا من هذا الجسد نحسب مع الساجدين المستحقين لآلام ابنك الوحيد يسوع المسيح ربنا، ونظفر بالرحمة وغفران خطايانا والخلاص مع مصاف القديسين الذين أرضَوك بالحقيقة منذ الدهر والي الأبد.</a:t>
            </a:r>
            <a:r>
              <a:rPr lang="ar-EG" altLang="ar-EG" sz="4800" b="1">
                <a:cs typeface="Times New Roman" panose="02020603050405020304" pitchFamily="18" charset="0"/>
              </a:rPr>
              <a:t> </a:t>
            </a:r>
            <a:r>
              <a:rPr lang="ar-SA" altLang="ar-EG" sz="4800" b="1">
                <a:cs typeface="Times New Roman" panose="02020603050405020304" pitchFamily="18" charset="0"/>
              </a:rPr>
              <a:t>اللهم أبطل عنا كل قوة المعاند وجميع جنوده الرديئة، كما داسهم ابنك الوحيد بقوة صليبه المحيي. واقبلنا إليك يا سيدي يسوع المسيح كما قبلت اللص اليمين وأنت</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2">
            <a:extLst>
              <a:ext uri="{FF2B5EF4-FFF2-40B4-BE49-F238E27FC236}">
                <a16:creationId xmlns:a16="http://schemas.microsoft.com/office/drawing/2014/main" id="{BEFB412F-708B-4437-97B2-093186184DB4}"/>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معلق على عود الصليب. وأنر علينا كما أنرت على الذين كانوا في ظلمة الجحيم. وردنا جميعا إلى فردوس النعيم لأنك يا سيدي إله مبارك. وينبغي لك مع أبيك الصالح والروح القدس، المجد والإكرام والعزة والسلطان والسجود إلى الأبد أمين.</a:t>
            </a: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53A0C86A-9120-4198-9178-ED2719AA1341}"/>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طلبة اخر كل ساعة</a:t>
            </a:r>
          </a:p>
        </p:txBody>
      </p:sp>
      <p:sp>
        <p:nvSpPr>
          <p:cNvPr id="50179" name="Content Placeholder 2">
            <a:extLst>
              <a:ext uri="{FF2B5EF4-FFF2-40B4-BE49-F238E27FC236}">
                <a16:creationId xmlns:a16="http://schemas.microsoft.com/office/drawing/2014/main" id="{E5437E83-C620-4ED7-9D0C-4ABEFB1380F1}"/>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ارحمنا يا الله ثم ارحمنا. يا من في كل وقت وكل ساعة، في السماء وعلى الأرض، مسجود له وممجد. المسيح إلهنا الصالح، الطويل الروح، الكثير الرحمة، الجزيل التحنن، الذي يحب الصديقين ويرحم الخطاة الذين أولهم أنا. الذي لا يشاء موت الخاطئ مثل ما يرجع ويحيا. الداعي الكل إلى الخلاص لأجل الموعد بالخيرات المنتظرة. يا رب اقبل منا في هذه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a:extLst>
              <a:ext uri="{FF2B5EF4-FFF2-40B4-BE49-F238E27FC236}">
                <a16:creationId xmlns:a16="http://schemas.microsoft.com/office/drawing/2014/main" id="{00656594-9DC7-4F57-95CB-8DBD3980FDBC}"/>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الساعة وكل ساعة طلباتنا. سهل حياتنا، وأرشدنا إلى العمل بوصاياك. قدس أرواحنا. طهر أجسامنا. قوم أفكارنا. نق نياتنا. اشف أمراضنا واغفر خطايانا. ونجنا من كل حزن رديء ووجع قلب. أحطنا بملائكتك القديسين، لكي نكون بمعسكرهم محفوظين ومرشدين، لنصل إلى اتحاد الإيمان وإلى معرفة مجدك غير المحسوس وغير المحدود، فإنك مبارك إلى الأبد. أمين.</a:t>
            </a: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B14C35CD-3EDB-468A-A14F-0C9F7C177BBA}"/>
              </a:ext>
            </a:extLst>
          </p:cNvPr>
          <p:cNvSpPr txBox="1">
            <a:spLocks/>
          </p:cNvSpPr>
          <p:nvPr/>
        </p:nvSpPr>
        <p:spPr bwMode="auto">
          <a:xfrm>
            <a:off x="0" y="9858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
        <p:nvSpPr>
          <p:cNvPr id="52227" name="Title 1">
            <a:extLst>
              <a:ext uri="{FF2B5EF4-FFF2-40B4-BE49-F238E27FC236}">
                <a16:creationId xmlns:a16="http://schemas.microsoft.com/office/drawing/2014/main" id="{33C4B72A-719A-4181-AD2F-26265AEBB539}"/>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en-US" sz="4800"/>
              <a:t>اللهم اجعلنا مستحقين أن نقول بشكر:</a:t>
            </a:r>
            <a:endParaRPr lang="en-US" altLang="en-US" sz="4800"/>
          </a:p>
        </p:txBody>
      </p:sp>
    </p:spTree>
  </p:cSld>
  <p:clrMapOvr>
    <a:masterClrMapping/>
  </p:clrMapOvr>
  <p:transition spd="slow"/>
</p:sld>
</file>

<file path=ppt/theme/theme1.xml><?xml version="1.0" encoding="utf-8"?>
<a:theme xmlns:a="http://schemas.openxmlformats.org/drawingml/2006/main" name="si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3065</TotalTime>
  <Words>2935</Words>
  <Application>Microsoft Office PowerPoint</Application>
  <PresentationFormat>On-screen Show (4:3)</PresentationFormat>
  <Paragraphs>123</Paragraphs>
  <Slides>50</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Slide Titles</vt:lpstr>
      </vt:variant>
      <vt:variant>
        <vt:i4>50</vt:i4>
      </vt:variant>
      <vt:variant>
        <vt:lpstr>Custom Shows</vt:lpstr>
      </vt:variant>
      <vt:variant>
        <vt:i4>1</vt:i4>
      </vt:variant>
    </vt:vector>
  </HeadingPairs>
  <TitlesOfParts>
    <vt:vector size="56" baseType="lpstr">
      <vt:lpstr>Calibri</vt:lpstr>
      <vt:lpstr>Arial</vt:lpstr>
      <vt:lpstr>Times New Roman</vt:lpstr>
      <vt:lpstr>Abraam</vt:lpstr>
      <vt:lpstr>simple</vt:lpstr>
      <vt:lpstr>باسم الآب والابن والروح القدس الإله الواحد آمين. </vt:lpstr>
      <vt:lpstr>صلاة الشكر</vt:lpstr>
      <vt:lpstr>PowerPoint Presentation</vt:lpstr>
      <vt:lpstr>PowerPoint Presentation</vt:lpstr>
      <vt:lpstr>المزمور الخمسين</vt:lpstr>
      <vt:lpstr>PowerPoint Presentation</vt:lpstr>
      <vt:lpstr>PowerPoint Presentation</vt:lpstr>
      <vt:lpstr>الساعة التاسعة</vt:lpstr>
      <vt:lpstr>(1) المزمور الخامس والتسعون</vt:lpstr>
      <vt:lpstr>PowerPoint Presentation</vt:lpstr>
      <vt:lpstr>PowerPoint Presentation</vt:lpstr>
      <vt:lpstr>(2) المزمور السادس والتسعون</vt:lpstr>
      <vt:lpstr>PowerPoint Presentation</vt:lpstr>
      <vt:lpstr>PowerPoint Presentation</vt:lpstr>
      <vt:lpstr>(3) المزمور السابع والتسعون</vt:lpstr>
      <vt:lpstr>PowerPoint Presentation</vt:lpstr>
      <vt:lpstr>(4) المزمور الثامن والتسعون</vt:lpstr>
      <vt:lpstr>PowerPoint Presentation</vt:lpstr>
      <vt:lpstr>(5) المزمور التاسع والتسعون</vt:lpstr>
      <vt:lpstr>(6) المزمور المائة</vt:lpstr>
      <vt:lpstr>PowerPoint Presentation</vt:lpstr>
      <vt:lpstr>(7) المزمور المائة والتاسع</vt:lpstr>
      <vt:lpstr>PowerPoint Presentation</vt:lpstr>
      <vt:lpstr>(8) المزمور المائة والعاشر</vt:lpstr>
      <vt:lpstr>PowerPoint Presentation</vt:lpstr>
      <vt:lpstr>(9) المزمور المائة والحادي عشر</vt:lpstr>
      <vt:lpstr>PowerPoint Presentation</vt:lpstr>
      <vt:lpstr>(10) المزمور المائة والثاني عشر</vt:lpstr>
      <vt:lpstr>PowerPoint Presentation</vt:lpstr>
      <vt:lpstr>(11) المزمور المائة والرابع عشر</vt:lpstr>
      <vt:lpstr>PowerPoint Presentation</vt:lpstr>
      <vt:lpstr>(12) المزمور المائة والخامس عشر</vt:lpstr>
      <vt:lpstr>PowerPoint Presentation</vt:lpstr>
      <vt:lpstr>إنجيل الساعة التاسعة (إنجيل لوقا9: 10-17)</vt:lpstr>
      <vt:lpstr>PowerPoint Presentation</vt:lpstr>
      <vt:lpstr>PowerPoint Presentation</vt:lpstr>
      <vt:lpstr>قطع الساعة التاسعة</vt:lpstr>
      <vt:lpstr>PowerPoint Presentation</vt:lpstr>
      <vt:lpstr>PowerPoint Presentation</vt:lpstr>
      <vt:lpstr>PowerPoint Presentation</vt:lpstr>
      <vt:lpstr>PowerPoint Presentation</vt:lpstr>
      <vt:lpstr>PowerPoint Presentation</vt:lpstr>
      <vt:lpstr>قدوس قدوس قدوس</vt:lpstr>
      <vt:lpstr>PowerPoint Presentation</vt:lpstr>
      <vt:lpstr>تحليل الساعة التاسعة</vt:lpstr>
      <vt:lpstr>PowerPoint Presentation</vt:lpstr>
      <vt:lpstr>PowerPoint Presentation</vt:lpstr>
      <vt:lpstr>طلبة اخر كل ساعة</vt:lpstr>
      <vt:lpstr>PowerPoint Presentation</vt:lpstr>
      <vt:lpstr>اللهم اجعلنا مستحقين أن نقول بشكر:</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مزمور</dc:title>
  <dc:creator>Amir</dc:creator>
  <cp:lastModifiedBy>Amir Eskander</cp:lastModifiedBy>
  <cp:revision>163</cp:revision>
  <dcterms:created xsi:type="dcterms:W3CDTF">2012-11-09T14:14:43Z</dcterms:created>
  <dcterms:modified xsi:type="dcterms:W3CDTF">2019-08-12T14:30:48Z</dcterms:modified>
</cp:coreProperties>
</file>