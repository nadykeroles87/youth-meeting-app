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1"/>
  </p:notesMasterIdLst>
  <p:sldIdLst>
    <p:sldId id="719" r:id="rId2"/>
    <p:sldId id="720" r:id="rId3"/>
    <p:sldId id="722" r:id="rId4"/>
    <p:sldId id="723" r:id="rId5"/>
    <p:sldId id="721" r:id="rId6"/>
    <p:sldId id="724" r:id="rId7"/>
    <p:sldId id="725" r:id="rId8"/>
    <p:sldId id="769" r:id="rId9"/>
    <p:sldId id="770" r:id="rId10"/>
    <p:sldId id="772" r:id="rId11"/>
    <p:sldId id="773" r:id="rId12"/>
    <p:sldId id="774" r:id="rId13"/>
    <p:sldId id="626" r:id="rId14"/>
    <p:sldId id="780" r:id="rId15"/>
    <p:sldId id="781" r:id="rId16"/>
    <p:sldId id="782" r:id="rId17"/>
    <p:sldId id="783" r:id="rId18"/>
    <p:sldId id="784" r:id="rId19"/>
    <p:sldId id="785" r:id="rId20"/>
    <p:sldId id="786" r:id="rId21"/>
    <p:sldId id="787" r:id="rId22"/>
    <p:sldId id="788" r:id="rId23"/>
    <p:sldId id="789" r:id="rId24"/>
    <p:sldId id="790" r:id="rId25"/>
    <p:sldId id="791" r:id="rId26"/>
    <p:sldId id="792" r:id="rId27"/>
    <p:sldId id="775" r:id="rId28"/>
    <p:sldId id="776" r:id="rId29"/>
    <p:sldId id="777" r:id="rId30"/>
    <p:sldId id="778" r:id="rId31"/>
    <p:sldId id="779" r:id="rId32"/>
    <p:sldId id="906" r:id="rId33"/>
    <p:sldId id="793" r:id="rId34"/>
    <p:sldId id="794" r:id="rId35"/>
    <p:sldId id="796" r:id="rId36"/>
    <p:sldId id="797" r:id="rId37"/>
    <p:sldId id="800" r:id="rId38"/>
    <p:sldId id="798" r:id="rId39"/>
    <p:sldId id="799" r:id="rId40"/>
    <p:sldId id="907" r:id="rId41"/>
    <p:sldId id="804" r:id="rId42"/>
    <p:sldId id="908" r:id="rId43"/>
    <p:sldId id="805" r:id="rId44"/>
    <p:sldId id="909" r:id="rId45"/>
    <p:sldId id="806" r:id="rId46"/>
    <p:sldId id="910" r:id="rId47"/>
    <p:sldId id="807" r:id="rId48"/>
    <p:sldId id="911" r:id="rId49"/>
    <p:sldId id="808" r:id="rId50"/>
    <p:sldId id="811" r:id="rId51"/>
    <p:sldId id="809" r:id="rId52"/>
    <p:sldId id="812" r:id="rId53"/>
    <p:sldId id="810" r:id="rId54"/>
    <p:sldId id="912" r:id="rId55"/>
    <p:sldId id="813" r:id="rId56"/>
    <p:sldId id="823" r:id="rId57"/>
    <p:sldId id="814" r:id="rId58"/>
    <p:sldId id="815" r:id="rId59"/>
    <p:sldId id="824" r:id="rId60"/>
    <p:sldId id="816" r:id="rId61"/>
    <p:sldId id="825" r:id="rId62"/>
    <p:sldId id="817" r:id="rId63"/>
    <p:sldId id="913" r:id="rId64"/>
    <p:sldId id="818" r:id="rId65"/>
    <p:sldId id="819" r:id="rId66"/>
    <p:sldId id="826" r:id="rId67"/>
    <p:sldId id="820" r:id="rId68"/>
    <p:sldId id="827" r:id="rId69"/>
    <p:sldId id="821" r:id="rId70"/>
    <p:sldId id="914" r:id="rId71"/>
    <p:sldId id="822" r:id="rId72"/>
    <p:sldId id="915" r:id="rId73"/>
    <p:sldId id="749" r:id="rId74"/>
    <p:sldId id="750" r:id="rId75"/>
    <p:sldId id="801" r:id="rId76"/>
    <p:sldId id="751" r:id="rId77"/>
    <p:sldId id="752" r:id="rId78"/>
    <p:sldId id="754" r:id="rId79"/>
    <p:sldId id="802" r:id="rId80"/>
    <p:sldId id="803" r:id="rId81"/>
    <p:sldId id="629" r:id="rId82"/>
    <p:sldId id="630" r:id="rId83"/>
    <p:sldId id="828" r:id="rId84"/>
    <p:sldId id="829" r:id="rId85"/>
    <p:sldId id="830" r:id="rId86"/>
    <p:sldId id="831" r:id="rId87"/>
    <p:sldId id="832" r:id="rId88"/>
    <p:sldId id="833" r:id="rId89"/>
    <p:sldId id="834" r:id="rId90"/>
    <p:sldId id="835" r:id="rId91"/>
    <p:sldId id="836" r:id="rId92"/>
    <p:sldId id="837" r:id="rId93"/>
    <p:sldId id="838" r:id="rId94"/>
    <p:sldId id="839" r:id="rId95"/>
    <p:sldId id="840" r:id="rId96"/>
    <p:sldId id="841" r:id="rId97"/>
    <p:sldId id="842" r:id="rId98"/>
    <p:sldId id="843" r:id="rId99"/>
    <p:sldId id="844" r:id="rId100"/>
    <p:sldId id="845" r:id="rId101"/>
    <p:sldId id="846" r:id="rId102"/>
    <p:sldId id="847" r:id="rId103"/>
    <p:sldId id="848" r:id="rId104"/>
    <p:sldId id="849" r:id="rId105"/>
    <p:sldId id="850" r:id="rId106"/>
    <p:sldId id="858" r:id="rId107"/>
    <p:sldId id="851" r:id="rId108"/>
    <p:sldId id="852" r:id="rId109"/>
    <p:sldId id="853" r:id="rId110"/>
    <p:sldId id="854" r:id="rId111"/>
    <p:sldId id="855" r:id="rId112"/>
    <p:sldId id="856" r:id="rId113"/>
    <p:sldId id="857" r:id="rId114"/>
    <p:sldId id="859" r:id="rId115"/>
    <p:sldId id="860" r:id="rId116"/>
    <p:sldId id="861" r:id="rId117"/>
    <p:sldId id="862" r:id="rId118"/>
    <p:sldId id="863" r:id="rId119"/>
    <p:sldId id="864" r:id="rId120"/>
    <p:sldId id="865" r:id="rId121"/>
    <p:sldId id="866" r:id="rId122"/>
    <p:sldId id="867" r:id="rId123"/>
    <p:sldId id="868" r:id="rId124"/>
    <p:sldId id="869" r:id="rId125"/>
    <p:sldId id="870" r:id="rId126"/>
    <p:sldId id="871" r:id="rId127"/>
    <p:sldId id="872" r:id="rId128"/>
    <p:sldId id="873" r:id="rId129"/>
    <p:sldId id="874" r:id="rId130"/>
    <p:sldId id="875" r:id="rId131"/>
    <p:sldId id="876" r:id="rId132"/>
    <p:sldId id="877" r:id="rId133"/>
    <p:sldId id="878" r:id="rId134"/>
    <p:sldId id="879" r:id="rId135"/>
    <p:sldId id="880" r:id="rId136"/>
    <p:sldId id="881" r:id="rId137"/>
    <p:sldId id="882" r:id="rId138"/>
    <p:sldId id="883" r:id="rId139"/>
    <p:sldId id="884" r:id="rId140"/>
    <p:sldId id="885" r:id="rId141"/>
    <p:sldId id="886" r:id="rId142"/>
    <p:sldId id="887" r:id="rId143"/>
    <p:sldId id="888" r:id="rId144"/>
    <p:sldId id="889" r:id="rId145"/>
    <p:sldId id="890" r:id="rId146"/>
    <p:sldId id="891" r:id="rId147"/>
    <p:sldId id="892" r:id="rId148"/>
    <p:sldId id="893" r:id="rId149"/>
    <p:sldId id="904" r:id="rId150"/>
    <p:sldId id="894" r:id="rId151"/>
    <p:sldId id="895" r:id="rId152"/>
    <p:sldId id="896" r:id="rId153"/>
    <p:sldId id="897" r:id="rId154"/>
    <p:sldId id="898" r:id="rId155"/>
    <p:sldId id="899" r:id="rId156"/>
    <p:sldId id="900" r:id="rId157"/>
    <p:sldId id="901" r:id="rId158"/>
    <p:sldId id="902" r:id="rId159"/>
    <p:sldId id="903" r:id="rId160"/>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p:scale>
          <a:sx n="66" d="100"/>
          <a:sy n="66" d="100"/>
        </p:scale>
        <p:origin x="1771" y="322"/>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A2484B-C48E-4F62-9446-B4F54D2529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E1D0E443-9FB0-44CB-9419-9A06308F343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1D33D8C-B170-4765-8A08-8774F275D5DE}" type="datetimeFigureOut">
              <a:rPr lang="en-US"/>
              <a:pPr>
                <a:defRPr/>
              </a:pPr>
              <a:t>12-Aug-19</a:t>
            </a:fld>
            <a:endParaRPr lang="en-US"/>
          </a:p>
        </p:txBody>
      </p:sp>
      <p:sp>
        <p:nvSpPr>
          <p:cNvPr id="4" name="Slide Image Placeholder 3">
            <a:extLst>
              <a:ext uri="{FF2B5EF4-FFF2-40B4-BE49-F238E27FC236}">
                <a16:creationId xmlns:a16="http://schemas.microsoft.com/office/drawing/2014/main" id="{F432B091-360C-441C-90DD-E0B8A67BF859}"/>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D544D3A-CF10-4B64-9602-E12CB752AC2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51526E5-AC82-40CB-B3DA-6DC426D5C0B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E4FF15D1-00EC-42E9-A75F-2600694C65A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13EB56C-D077-4B4E-9625-D4AE78B01D1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F357669D-97CE-4590-9DE9-92A0E03B9C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13947509-4098-4AAC-A16C-21B5A81666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ar-EG" altLang="ar-EG"/>
          </a:p>
        </p:txBody>
      </p:sp>
      <p:sp>
        <p:nvSpPr>
          <p:cNvPr id="34820" name="Slide Number Placeholder 3">
            <a:extLst>
              <a:ext uri="{FF2B5EF4-FFF2-40B4-BE49-F238E27FC236}">
                <a16:creationId xmlns:a16="http://schemas.microsoft.com/office/drawing/2014/main" id="{2F9BF7D4-F126-40DB-AA4D-37EF1C4B4C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E14D4A3D-E5CB-4B89-AB3A-8C967C772894}" type="slidenum">
              <a:rPr lang="en-US" altLang="ar-EG" smtClean="0">
                <a:cs typeface="Times New Roman" panose="02020603050405020304" pitchFamily="18" charset="0"/>
              </a:rPr>
              <a:pPr/>
              <a:t>32</a:t>
            </a:fld>
            <a:endParaRPr lang="en-US" altLang="ar-EG">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098997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83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6623162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4.xml"/><Relationship Id="rId7" Type="http://schemas.openxmlformats.org/officeDocument/2006/relationships/slide" Target="slide21.xml"/><Relationship Id="rId2" Type="http://schemas.openxmlformats.org/officeDocument/2006/relationships/slide" Target="slide73.xml"/><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slide" Target="slide32.xml"/><Relationship Id="rId5" Type="http://schemas.openxmlformats.org/officeDocument/2006/relationships/slide" Target="slide18.xml"/><Relationship Id="rId10" Type="http://schemas.openxmlformats.org/officeDocument/2006/relationships/slide" Target="slide28.xml"/><Relationship Id="rId4" Type="http://schemas.openxmlformats.org/officeDocument/2006/relationships/slide" Target="slide16.xml"/><Relationship Id="rId9" Type="http://schemas.openxmlformats.org/officeDocument/2006/relationships/slide" Target="slide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slide" Target="slide58.xml"/><Relationship Id="rId13" Type="http://schemas.openxmlformats.org/officeDocument/2006/relationships/slide" Target="slide65.xml"/><Relationship Id="rId18" Type="http://schemas.openxmlformats.org/officeDocument/2006/relationships/slide" Target="slide36.xml"/><Relationship Id="rId3" Type="http://schemas.openxmlformats.org/officeDocument/2006/relationships/slide" Target="slide43.xml"/><Relationship Id="rId21" Type="http://schemas.openxmlformats.org/officeDocument/2006/relationships/slide" Target="slide39.xml"/><Relationship Id="rId7" Type="http://schemas.openxmlformats.org/officeDocument/2006/relationships/slide" Target="slide62.xml"/><Relationship Id="rId12" Type="http://schemas.openxmlformats.org/officeDocument/2006/relationships/slide" Target="slide47.xml"/><Relationship Id="rId17" Type="http://schemas.openxmlformats.org/officeDocument/2006/relationships/slide" Target="slide64.xml"/><Relationship Id="rId2" Type="http://schemas.openxmlformats.org/officeDocument/2006/relationships/notesSlide" Target="../notesSlides/notesSlide1.xml"/><Relationship Id="rId16" Type="http://schemas.openxmlformats.org/officeDocument/2006/relationships/slide" Target="slide49.xml"/><Relationship Id="rId20" Type="http://schemas.openxmlformats.org/officeDocument/2006/relationships/slide" Target="slide57.xml"/><Relationship Id="rId1" Type="http://schemas.openxmlformats.org/officeDocument/2006/relationships/slideLayout" Target="../slideLayouts/slideLayout1.xml"/><Relationship Id="rId6" Type="http://schemas.openxmlformats.org/officeDocument/2006/relationships/slide" Target="slide51.xml"/><Relationship Id="rId11" Type="http://schemas.openxmlformats.org/officeDocument/2006/relationships/slide" Target="slide38.xml"/><Relationship Id="rId24" Type="http://schemas.openxmlformats.org/officeDocument/2006/relationships/slide" Target="slide33.xml"/><Relationship Id="rId5" Type="http://schemas.openxmlformats.org/officeDocument/2006/relationships/slide" Target="slide45.xml"/><Relationship Id="rId15" Type="http://schemas.openxmlformats.org/officeDocument/2006/relationships/slide" Target="slide41.xml"/><Relationship Id="rId23" Type="http://schemas.openxmlformats.org/officeDocument/2006/relationships/slide" Target="slide55.xml"/><Relationship Id="rId10" Type="http://schemas.openxmlformats.org/officeDocument/2006/relationships/slide" Target="slide69.xml"/><Relationship Id="rId19" Type="http://schemas.openxmlformats.org/officeDocument/2006/relationships/slide" Target="slide71.xml"/><Relationship Id="rId4" Type="http://schemas.openxmlformats.org/officeDocument/2006/relationships/slide" Target="slide35.xml"/><Relationship Id="rId9" Type="http://schemas.openxmlformats.org/officeDocument/2006/relationships/slide" Target="slide60.xml"/><Relationship Id="rId14" Type="http://schemas.openxmlformats.org/officeDocument/2006/relationships/slide" Target="slide67.xml"/><Relationship Id="rId22" Type="http://schemas.openxmlformats.org/officeDocument/2006/relationships/slide" Target="slide5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slide" Target="slide84.xml"/><Relationship Id="rId7" Type="http://schemas.openxmlformats.org/officeDocument/2006/relationships/slide" Target="slide91.xml"/><Relationship Id="rId12" Type="http://schemas.openxmlformats.org/officeDocument/2006/relationships/slide" Target="slide103.xml"/><Relationship Id="rId2" Type="http://schemas.openxmlformats.org/officeDocument/2006/relationships/slide" Target="slide101.xml"/><Relationship Id="rId1" Type="http://schemas.openxmlformats.org/officeDocument/2006/relationships/slideLayout" Target="../slideLayouts/slideLayout1.xml"/><Relationship Id="rId6" Type="http://schemas.openxmlformats.org/officeDocument/2006/relationships/slide" Target="slide90.xml"/><Relationship Id="rId11" Type="http://schemas.openxmlformats.org/officeDocument/2006/relationships/slide" Target="slide99.xml"/><Relationship Id="rId5" Type="http://schemas.openxmlformats.org/officeDocument/2006/relationships/slide" Target="slide88.xml"/><Relationship Id="rId10" Type="http://schemas.openxmlformats.org/officeDocument/2006/relationships/slide" Target="slide97.xml"/><Relationship Id="rId4" Type="http://schemas.openxmlformats.org/officeDocument/2006/relationships/slide" Target="slide86.xml"/><Relationship Id="rId9" Type="http://schemas.openxmlformats.org/officeDocument/2006/relationships/slide" Target="slide9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slide" Target="slide10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slide" Target="slide8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slide" Target="slide135.xml"/><Relationship Id="rId13" Type="http://schemas.openxmlformats.org/officeDocument/2006/relationships/slide" Target="slide133.xml"/><Relationship Id="rId3" Type="http://schemas.openxmlformats.org/officeDocument/2006/relationships/slide" Target="slide117.xml"/><Relationship Id="rId7" Type="http://schemas.openxmlformats.org/officeDocument/2006/relationships/slide" Target="slide123.xml"/><Relationship Id="rId12" Type="http://schemas.openxmlformats.org/officeDocument/2006/relationships/slide" Target="slide131.xml"/><Relationship Id="rId2" Type="http://schemas.openxmlformats.org/officeDocument/2006/relationships/slide" Target="slide115.xml"/><Relationship Id="rId1" Type="http://schemas.openxmlformats.org/officeDocument/2006/relationships/slideLayout" Target="../slideLayouts/slideLayout1.xml"/><Relationship Id="rId6" Type="http://schemas.openxmlformats.org/officeDocument/2006/relationships/slide" Target="slide122.xml"/><Relationship Id="rId11" Type="http://schemas.openxmlformats.org/officeDocument/2006/relationships/slide" Target="slide129.xml"/><Relationship Id="rId5" Type="http://schemas.openxmlformats.org/officeDocument/2006/relationships/slide" Target="slide121.xml"/><Relationship Id="rId10" Type="http://schemas.openxmlformats.org/officeDocument/2006/relationships/slide" Target="slide127.xml"/><Relationship Id="rId4" Type="http://schemas.openxmlformats.org/officeDocument/2006/relationships/slide" Target="slide118.xml"/><Relationship Id="rId9" Type="http://schemas.openxmlformats.org/officeDocument/2006/relationships/slide" Target="slide125.xml"/><Relationship Id="rId14" Type="http://schemas.openxmlformats.org/officeDocument/2006/relationships/slide" Target="slide13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slide" Target="slide11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3FB92033-B058-49B7-8A55-2CC3B98233CD}"/>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55CC2260-6733-485C-8991-FB1F9A10C66A}"/>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0816EF85-018A-46F9-BCAE-503E894EA2B2}"/>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42E2CF03-AAB3-4C76-9934-21E6B8C587A1}"/>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A711A314-5262-49C1-B0D5-70EF2C393B2A}"/>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182B4EE7-18D9-4657-94BB-E0E79AC1B904}"/>
              </a:ext>
            </a:extLst>
          </p:cNvPr>
          <p:cNvSpPr>
            <a:spLocks noGrp="1"/>
          </p:cNvSpPr>
          <p:nvPr>
            <p:ph idx="4294967295"/>
          </p:nvPr>
        </p:nvSpPr>
        <p:spPr bwMode="auto">
          <a:xfrm>
            <a:off x="0" y="0"/>
            <a:ext cx="9144000" cy="6602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7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EEF3F06B-AFDE-4A8A-A204-BFA8538387CF}"/>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B2DE8486-F850-43DB-AF5C-8059AF7EA546}"/>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38DA66BC-24F8-4312-9204-3405A4037A0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D6642B7B-25F4-4DD1-A7CD-35049355F888}"/>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28E1710-7C6A-43BC-A77A-7B58B217CEF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قوموا يا بني النور</a:t>
            </a:r>
          </a:p>
        </p:txBody>
      </p:sp>
      <p:sp>
        <p:nvSpPr>
          <p:cNvPr id="9219" name="Content Placeholder 2">
            <a:extLst>
              <a:ext uri="{FF2B5EF4-FFF2-40B4-BE49-F238E27FC236}">
                <a16:creationId xmlns:a16="http://schemas.microsoft.com/office/drawing/2014/main" id="{F28EC290-35AF-4384-BBF3-FFE9BD81D724}"/>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قوموا يا بني النور لنسبح رب القوات، لكي ينعم علينا بخلاص نفوسنا، عندما نقف أمامك جسديا انزع من عقولنا نوم الغفلة. أعطنا يا رب يقظة لكي نفهمَ كيف نقف أمامك وقت الصلاة، ونرسلَ لك إلي فوقُ التمجيدَ اللائق، ونفوزَ بغفران خطايانا الكثيرة.</a:t>
            </a:r>
            <a:br>
              <a:rPr lang="en-US" altLang="ar-EG" sz="4800" b="1">
                <a:cs typeface="Times New Roman" panose="02020603050405020304" pitchFamily="18" charset="0"/>
              </a:rPr>
            </a:br>
            <a:r>
              <a:rPr lang="ar-SA" altLang="ar-EG" sz="4800" b="1">
                <a:solidFill>
                  <a:srgbClr val="FFC000"/>
                </a:solidFill>
                <a:cs typeface="Times New Roman" panose="02020603050405020304" pitchFamily="18" charset="0"/>
              </a:rPr>
              <a:t>(المجد لك يا محب البشر)</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a:extLst>
              <a:ext uri="{FF2B5EF4-FFF2-40B4-BE49-F238E27FC236}">
                <a16:creationId xmlns:a16="http://schemas.microsoft.com/office/drawing/2014/main" id="{DB720B6C-F4DB-4CBE-8E13-77059BECCC8D}"/>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ها باركوا الرب يا عبيد الرب، القائمين في بيت الرب، في ديار إلهنا. في الليالي ارفعوا أيديكم إلي القدس، وباركوا الرب. يبارككم الرب من صهيون، الذي خلق السماء والأرض. </a:t>
            </a:r>
            <a:br>
              <a:rPr lang="en-US" altLang="ar-EG" sz="4800" b="1">
                <a:cs typeface="Times New Roman" panose="02020603050405020304" pitchFamily="18" charset="0"/>
              </a:rPr>
            </a:br>
            <a:r>
              <a:rPr lang="ar-SA" altLang="ar-EG" sz="4800" b="1">
                <a:solidFill>
                  <a:srgbClr val="FFC000"/>
                </a:solidFill>
                <a:cs typeface="Times New Roman" panose="02020603050405020304" pitchFamily="18" charset="0"/>
              </a:rPr>
              <a:t>(المجد لك يا محب البشر)</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7FDC861E-004B-44CE-A210-163923D646F7}"/>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فلتدن وسيلتي قدامك يا رب، كقولك فهمني. فلتدخل طلبتي إلى حضرتك يا رب، ككلمتك أحيني. تفيض شفتاي السبح، إذا ما علمتني حقوقك. لساني ينطق بأقوالك، لأن جميع وصاياك عادلة. لتكن يدك لتخلصني لأنني اشتهيت وصاياك. اشتقت إلي خلاصك يا رب، وناموسك هو تلاوتي. تحيا نفسي وتسبحك، وأحكامك تعينني. ضللتُ مثل الخروف الضال، فاطلب عبدك، فإني لوصاياك لم أنسَ.</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7D4DE678-038C-4FB1-8571-72D7C0CD9665}"/>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المجد للآب والابن والروح القدس الآن وكل أوان والى دهر الدهور آمين. المجد للآب والابن والروح القدس، منذ الآن والى أبد الآباد كلها آمين. المجد لك يا محب البشر الصالح. السلام لأمك العذراء مع جميع قديسيك. المجد لك أيها الثالوث القدوس ارحمنا.</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139E3CEC-886C-45A4-A3B2-770E55B7C9EE}"/>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فليقم الله، وليتبدد جميع أعدائه، وليهرب من قدام وجهه كل مبغضي اسمه القدوس. وأما شعبك فليكن بالبركة ألوف ألوف وربوات ربوات، يصنعون إرادتك. يا رب افتح شفتي ولينطق فمي بتسبيحك.</a:t>
            </a:r>
            <a:r>
              <a:rPr lang="en-US"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أمين. هلليلويا. </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tangle 176">
            <a:hlinkClick r:id="rId2" action="ppaction://hlinksldjump"/>
            <a:extLst>
              <a:ext uri="{FF2B5EF4-FFF2-40B4-BE49-F238E27FC236}">
                <a16:creationId xmlns:a16="http://schemas.microsoft.com/office/drawing/2014/main" id="{CB4A6350-08F7-4FD3-96E3-D42B54AFADDE}"/>
              </a:ext>
            </a:extLst>
          </p:cNvPr>
          <p:cNvSpPr/>
          <p:nvPr/>
        </p:nvSpPr>
        <p:spPr>
          <a:xfrm flipH="1">
            <a:off x="2359574" y="5138740"/>
            <a:ext cx="4447078"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14341" name="Title 1">
            <a:extLst>
              <a:ext uri="{FF2B5EF4-FFF2-40B4-BE49-F238E27FC236}">
                <a16:creationId xmlns:a16="http://schemas.microsoft.com/office/drawing/2014/main" id="{6AE8552F-9B93-4AE3-8235-E46612F9D0E1}"/>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نصف الليل (الخدمة الأولى)</a:t>
            </a:r>
          </a:p>
        </p:txBody>
      </p:sp>
      <p:sp>
        <p:nvSpPr>
          <p:cNvPr id="16" name="Rectangle 15">
            <a:hlinkClick r:id="rId3" action="ppaction://hlinksldjump"/>
            <a:extLst>
              <a:ext uri="{FF2B5EF4-FFF2-40B4-BE49-F238E27FC236}">
                <a16:creationId xmlns:a16="http://schemas.microsoft.com/office/drawing/2014/main" id="{19122957-688C-4442-B3D5-7B59416A96B7}"/>
              </a:ext>
            </a:extLst>
          </p:cNvPr>
          <p:cNvSpPr/>
          <p:nvPr/>
        </p:nvSpPr>
        <p:spPr>
          <a:xfrm flipH="1">
            <a:off x="4612511" y="688975"/>
            <a:ext cx="4455280"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4000" b="1" dirty="0">
                <a:solidFill>
                  <a:srgbClr val="FFC000"/>
                </a:solidFill>
                <a:cs typeface="Times New Roman" pitchFamily="18" charset="0"/>
              </a:rPr>
              <a:t>3 يارب لماذا كثر الذين يحزنونني</a:t>
            </a:r>
            <a:endParaRPr lang="en-US" sz="4000" b="1" dirty="0">
              <a:solidFill>
                <a:srgbClr val="FFC000"/>
              </a:solidFill>
            </a:endParaRPr>
          </a:p>
        </p:txBody>
      </p:sp>
      <p:sp>
        <p:nvSpPr>
          <p:cNvPr id="17" name="Rectangle 16">
            <a:hlinkClick r:id="rId4" action="ppaction://hlinksldjump"/>
            <a:extLst>
              <a:ext uri="{FF2B5EF4-FFF2-40B4-BE49-F238E27FC236}">
                <a16:creationId xmlns:a16="http://schemas.microsoft.com/office/drawing/2014/main" id="{E9AAB35B-370F-4059-B2D0-929BAF2C1CE9}"/>
              </a:ext>
            </a:extLst>
          </p:cNvPr>
          <p:cNvSpPr/>
          <p:nvPr/>
        </p:nvSpPr>
        <p:spPr>
          <a:xfrm flipH="1">
            <a:off x="4612514" y="1565805"/>
            <a:ext cx="4455277" cy="785581"/>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6 يا رب لا تبكتني بغضبك</a:t>
            </a:r>
            <a:endParaRPr lang="en-US" sz="4000" b="1" dirty="0">
              <a:solidFill>
                <a:srgbClr val="FFC000"/>
              </a:solidFill>
            </a:endParaRPr>
          </a:p>
        </p:txBody>
      </p:sp>
      <p:sp>
        <p:nvSpPr>
          <p:cNvPr id="18" name="Rectangle 17">
            <a:hlinkClick r:id="rId5" action="ppaction://hlinksldjump"/>
            <a:extLst>
              <a:ext uri="{FF2B5EF4-FFF2-40B4-BE49-F238E27FC236}">
                <a16:creationId xmlns:a16="http://schemas.microsoft.com/office/drawing/2014/main" id="{551ED621-44E1-4EAD-AF63-F3EFC8A822BE}"/>
              </a:ext>
            </a:extLst>
          </p:cNvPr>
          <p:cNvSpPr/>
          <p:nvPr/>
        </p:nvSpPr>
        <p:spPr>
          <a:xfrm flipH="1">
            <a:off x="4620716" y="2454806"/>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12 إلى متى يارب تنساني؟</a:t>
            </a:r>
            <a:endParaRPr lang="en-US" sz="4000" b="1" dirty="0">
              <a:solidFill>
                <a:srgbClr val="FFC000"/>
              </a:solidFill>
            </a:endParaRPr>
          </a:p>
        </p:txBody>
      </p:sp>
      <p:sp>
        <p:nvSpPr>
          <p:cNvPr id="19" name="Rectangle 18">
            <a:hlinkClick r:id="rId6" action="ppaction://hlinksldjump"/>
            <a:extLst>
              <a:ext uri="{FF2B5EF4-FFF2-40B4-BE49-F238E27FC236}">
                <a16:creationId xmlns:a16="http://schemas.microsoft.com/office/drawing/2014/main" id="{7F3CDC60-3B41-449F-ACC7-7C4E5A7BDA09}"/>
              </a:ext>
            </a:extLst>
          </p:cNvPr>
          <p:cNvSpPr/>
          <p:nvPr/>
        </p:nvSpPr>
        <p:spPr>
          <a:xfrm flipH="1">
            <a:off x="4612515" y="3343805"/>
            <a:ext cx="4463473" cy="785581"/>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69 اللهم التفت إلى معونتي</a:t>
            </a:r>
            <a:endParaRPr lang="en-US" sz="4000" b="1" dirty="0">
              <a:solidFill>
                <a:srgbClr val="FFC000"/>
              </a:solidFill>
            </a:endParaRPr>
          </a:p>
        </p:txBody>
      </p:sp>
      <p:sp>
        <p:nvSpPr>
          <p:cNvPr id="20" name="Rectangle 19">
            <a:hlinkClick r:id="rId7" action="ppaction://hlinksldjump"/>
            <a:extLst>
              <a:ext uri="{FF2B5EF4-FFF2-40B4-BE49-F238E27FC236}">
                <a16:creationId xmlns:a16="http://schemas.microsoft.com/office/drawing/2014/main" id="{AED2B4AF-25A7-401F-ADAB-FADC3F6A7F49}"/>
              </a:ext>
            </a:extLst>
          </p:cNvPr>
          <p:cNvSpPr/>
          <p:nvPr/>
        </p:nvSpPr>
        <p:spPr>
          <a:xfrm flipH="1">
            <a:off x="73029" y="688975"/>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85 أمل يا رب واستمعني </a:t>
            </a:r>
            <a:endParaRPr lang="en-US" sz="4000" b="1" dirty="0">
              <a:solidFill>
                <a:srgbClr val="FFC000"/>
              </a:solidFill>
            </a:endParaRPr>
          </a:p>
        </p:txBody>
      </p:sp>
      <p:sp>
        <p:nvSpPr>
          <p:cNvPr id="21" name="Rectangle 20">
            <a:hlinkClick r:id="rId8" action="ppaction://hlinksldjump"/>
            <a:extLst>
              <a:ext uri="{FF2B5EF4-FFF2-40B4-BE49-F238E27FC236}">
                <a16:creationId xmlns:a16="http://schemas.microsoft.com/office/drawing/2014/main" id="{A0744794-D4E6-4257-A90B-15A3D58CACBD}"/>
              </a:ext>
            </a:extLst>
          </p:cNvPr>
          <p:cNvSpPr/>
          <p:nvPr/>
        </p:nvSpPr>
        <p:spPr>
          <a:xfrm flipH="1">
            <a:off x="73029" y="1565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90 الساكن فى عون العلى</a:t>
            </a:r>
            <a:endParaRPr lang="en-US" sz="4000" b="1" dirty="0">
              <a:solidFill>
                <a:srgbClr val="FFC000"/>
              </a:solidFill>
            </a:endParaRPr>
          </a:p>
        </p:txBody>
      </p:sp>
      <p:sp>
        <p:nvSpPr>
          <p:cNvPr id="22" name="Rectangle 21">
            <a:hlinkClick r:id="rId9" action="ppaction://hlinksldjump"/>
            <a:extLst>
              <a:ext uri="{FF2B5EF4-FFF2-40B4-BE49-F238E27FC236}">
                <a16:creationId xmlns:a16="http://schemas.microsoft.com/office/drawing/2014/main" id="{FF55F13C-21B4-467B-AAFE-2563444E1CB6}"/>
              </a:ext>
            </a:extLst>
          </p:cNvPr>
          <p:cNvSpPr/>
          <p:nvPr/>
        </p:nvSpPr>
        <p:spPr>
          <a:xfrm flipH="1">
            <a:off x="73027" y="2454806"/>
            <a:ext cx="446347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116 سبحوا الرب</a:t>
            </a:r>
          </a:p>
        </p:txBody>
      </p:sp>
      <p:sp>
        <p:nvSpPr>
          <p:cNvPr id="23" name="Rectangle 22">
            <a:hlinkClick r:id="rId10" action="ppaction://hlinksldjump"/>
            <a:extLst>
              <a:ext uri="{FF2B5EF4-FFF2-40B4-BE49-F238E27FC236}">
                <a16:creationId xmlns:a16="http://schemas.microsoft.com/office/drawing/2014/main" id="{C646DD94-872E-4E4C-92CD-2DBC4C87D967}"/>
              </a:ext>
            </a:extLst>
          </p:cNvPr>
          <p:cNvSpPr/>
          <p:nvPr/>
        </p:nvSpPr>
        <p:spPr>
          <a:xfrm flipH="1">
            <a:off x="73027" y="3343805"/>
            <a:ext cx="4463472"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117 اعترفوا للرب</a:t>
            </a:r>
          </a:p>
        </p:txBody>
      </p:sp>
      <p:sp>
        <p:nvSpPr>
          <p:cNvPr id="24" name="Rectangle 23">
            <a:hlinkClick r:id="rId11" action="ppaction://hlinksldjump"/>
            <a:extLst>
              <a:ext uri="{FF2B5EF4-FFF2-40B4-BE49-F238E27FC236}">
                <a16:creationId xmlns:a16="http://schemas.microsoft.com/office/drawing/2014/main" id="{39713DA2-52DA-4813-89D0-C5DEEFCE71A5}"/>
              </a:ext>
            </a:extLst>
          </p:cNvPr>
          <p:cNvSpPr/>
          <p:nvPr/>
        </p:nvSpPr>
        <p:spPr>
          <a:xfrm flipH="1">
            <a:off x="2355476" y="4257148"/>
            <a:ext cx="44552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المزمور 118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F5F75126-498B-487A-AE17-768CCDE3292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1</a:t>
            </a:r>
            <a:r>
              <a:rPr lang="ar-SA" altLang="ar-EG" sz="4800"/>
              <a:t>) المزمور الثالث</a:t>
            </a:r>
          </a:p>
        </p:txBody>
      </p:sp>
      <p:sp>
        <p:nvSpPr>
          <p:cNvPr id="15363" name="Content Placeholder 2">
            <a:extLst>
              <a:ext uri="{FF2B5EF4-FFF2-40B4-BE49-F238E27FC236}">
                <a16:creationId xmlns:a16="http://schemas.microsoft.com/office/drawing/2014/main" id="{8951797A-30B6-4DFF-A6AA-1F612A942338}"/>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لماذا كثر الذين يحزنونني، كثيرون قاموا علي. كثيرون يقولون لنفسي، ليس له خلاص بإلهه. أنت يا رب أنت هو ناصري، مجدي ورافع رأسي. بصوتي إلى الرب صرخت. فاستجاب لي من جبل قدسه.</a:t>
            </a:r>
            <a:r>
              <a:rPr lang="ar-EG" altLang="ar-EG" sz="4800" b="1">
                <a:cs typeface="Times New Roman" panose="02020603050405020304" pitchFamily="18" charset="0"/>
              </a:rPr>
              <a:t> </a:t>
            </a:r>
            <a:r>
              <a:rPr lang="ar-SA" altLang="ar-EG" sz="4800" b="1">
                <a:cs typeface="Times New Roman" panose="02020603050405020304" pitchFamily="18" charset="0"/>
              </a:rPr>
              <a:t>أنا اضطجعت ونمت، ثم استيقظت لأن الرب ناصري. فلا أخاف من ربوات الجموع المحيطين بي القائمين على. قم يا رب خلصني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04B600C6-EE11-4EA9-AAD4-2121E0EE1716}"/>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إلهي، لأنك ضربت كل من يعاديني باطلا. أسنان الخطاة سحقتها. للرب الخلاص وعلى شعبه بركته.</a:t>
            </a:r>
          </a:p>
        </p:txBody>
      </p:sp>
      <p:sp>
        <p:nvSpPr>
          <p:cNvPr id="16387" name="TextBox 3">
            <a:extLst>
              <a:ext uri="{FF2B5EF4-FFF2-40B4-BE49-F238E27FC236}">
                <a16:creationId xmlns:a16="http://schemas.microsoft.com/office/drawing/2014/main" id="{70220B18-4074-4F14-AFF0-9A7F0718276D}"/>
              </a:ext>
            </a:extLst>
          </p:cNvPr>
          <p:cNvSpPr txBox="1">
            <a:spLocks noChangeArrowheads="1"/>
          </p:cNvSpPr>
          <p:nvPr/>
        </p:nvSpPr>
        <p:spPr bwMode="auto">
          <a:xfrm>
            <a:off x="0" y="230822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15CFC56A-CC43-42D2-841F-EF08B9EAB445}"/>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69644E63-A720-4105-AB2D-678A6C6EAA49}"/>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E1B8AB1-C7EA-4CE0-AA6D-9F0A81B4E07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2</a:t>
            </a:r>
            <a:r>
              <a:rPr lang="ar-SA" altLang="ar-EG" sz="4800"/>
              <a:t>) المزمور السادس</a:t>
            </a:r>
          </a:p>
        </p:txBody>
      </p:sp>
      <p:sp>
        <p:nvSpPr>
          <p:cNvPr id="17411" name="Content Placeholder 2">
            <a:extLst>
              <a:ext uri="{FF2B5EF4-FFF2-40B4-BE49-F238E27FC236}">
                <a16:creationId xmlns:a16="http://schemas.microsoft.com/office/drawing/2014/main" id="{9F174128-C077-4260-AFB6-2C01B4F6D80C}"/>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لا تبكتني بغضبك، ولا تؤدبني بسخطك. ارحمني يا رب فإني ضعيف، اشفني يا رب فإن عظامي قد اضطربت ونفسي قد انزعجت جدا. وأنت يا رب فإلي متى؟ عد ونج نفسي، وأحيني من أجل رحمتك. لأنه ليس في الموت من يذكرك ولا في الجحيم من يعترف لك. تعبت في تنهدي. أعوم كل ليلة سريري، وبدموعي أبل فراشي. تعكرت من الغضب عيناي. شاخت من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5C5466BF-910E-446C-993B-F1C58C377C01}"/>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سائر أعدائي . ابعدوا عنى يا جميع فاعلي الإثم. لأن الرب قد سمع صوت بكائي. الرب سمع تضرعي، الرب لصلاتي قبل، فليَخزَ وليضطرب جدا جميع أعدائي، وليرتدوا إلى ورائهم بالخزي سريعا جدا.</a:t>
            </a:r>
          </a:p>
        </p:txBody>
      </p:sp>
      <p:sp>
        <p:nvSpPr>
          <p:cNvPr id="18435" name="TextBox 3">
            <a:extLst>
              <a:ext uri="{FF2B5EF4-FFF2-40B4-BE49-F238E27FC236}">
                <a16:creationId xmlns:a16="http://schemas.microsoft.com/office/drawing/2014/main" id="{F5D7B359-274D-449B-992C-5B8950EE9008}"/>
              </a:ext>
            </a:extLst>
          </p:cNvPr>
          <p:cNvSpPr txBox="1">
            <a:spLocks noChangeArrowheads="1"/>
          </p:cNvSpPr>
          <p:nvPr/>
        </p:nvSpPr>
        <p:spPr bwMode="auto">
          <a:xfrm>
            <a:off x="0" y="3786188"/>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2A65C187-F0D8-4B3F-8712-BB9A9DB21132}"/>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1B1031FB-DF7B-49B2-A6B7-1EAFE103F2A3}"/>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17157BD-03B5-456A-A241-C66E0CCFE46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a:t>
            </a:r>
            <a:r>
              <a:rPr lang="ar-EG" altLang="ar-EG" sz="4800"/>
              <a:t>3</a:t>
            </a:r>
            <a:r>
              <a:rPr lang="ar-SA" altLang="ar-EG" sz="4800"/>
              <a:t>) المزمور الثاني عشر</a:t>
            </a:r>
          </a:p>
        </p:txBody>
      </p:sp>
      <p:sp>
        <p:nvSpPr>
          <p:cNvPr id="19459" name="Content Placeholder 2">
            <a:extLst>
              <a:ext uri="{FF2B5EF4-FFF2-40B4-BE49-F238E27FC236}">
                <a16:creationId xmlns:a16="http://schemas.microsoft.com/office/drawing/2014/main" id="{2D458C0E-3815-4B4B-9940-16EF4F050B4D}"/>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إلى متى يا رب تنساني؟ إلى الانقضاء؟ حتى متى تصرف وجهك عني؟ إلى متى أردد هذه المشورات في نفسي، وهذه الأوجاع في قلبي النهار كله؟ إلى متى يرتفع عدوى علي؟ انظر واستجب لي يا ربي وإلهي. أنر عيني لئلا أنام نوم الموت، لئلا يقول عدوي: إني قد قويت عليه. الذين يحزنونني يتهللون إن أنا زللت. أما أنا فعلى رحمتك توكلت.  يبتهج قلبي.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818AA103-6FAC-4D06-A56B-8FC9481950C0}"/>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بخلاصك. أسبح الرب المحسنَ إلي، وأرتل لاسم الرب العلي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0483" name="TextBox 3">
            <a:extLst>
              <a:ext uri="{FF2B5EF4-FFF2-40B4-BE49-F238E27FC236}">
                <a16:creationId xmlns:a16="http://schemas.microsoft.com/office/drawing/2014/main" id="{33CDFF1E-DA15-41DC-9AF4-191B623248F9}"/>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DCD20603-84B0-4807-8AA7-0ABC82F4B237}"/>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CFF32D02-0452-4436-9533-966037C64FF0}"/>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4B8BC21-A51C-4A48-93F7-1CA55262BD7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4</a:t>
            </a:r>
            <a:r>
              <a:rPr lang="ar-SA" altLang="ar-EG" sz="4800"/>
              <a:t>) المزمور التاسع والستون</a:t>
            </a:r>
          </a:p>
        </p:txBody>
      </p:sp>
      <p:sp>
        <p:nvSpPr>
          <p:cNvPr id="21507" name="Content Placeholder 2">
            <a:extLst>
              <a:ext uri="{FF2B5EF4-FFF2-40B4-BE49-F238E27FC236}">
                <a16:creationId xmlns:a16="http://schemas.microsoft.com/office/drawing/2014/main" id="{98F3EB6E-FD2C-48BE-B565-95961F595002}"/>
              </a:ext>
            </a:extLst>
          </p:cNvPr>
          <p:cNvSpPr>
            <a:spLocks noGrp="1"/>
          </p:cNvSpPr>
          <p:nvPr>
            <p:ph idx="4294967295"/>
          </p:nvPr>
        </p:nvSpPr>
        <p:spPr bwMode="auto">
          <a:xfrm>
            <a:off x="0" y="873125"/>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اللهم التفت إلى معونتي، يا رب أسرع وأعنى. ليَخزَ ويخجل طالبو نفسي، وليرتد إلى خلف ويخجل الذين يبتغون لي الشر. وليرجع بالخزي سريعا القائلون لي: نِعِمَّا نِعِمَّا. وليبتهج ويفرح بك جميع الذين يلتمسونك، وليقل في كل حين محبو خلاصك: فليتعظم الرب. وأما أنا فمسكين وفقير، اللهم أعنى. أنت معيني ومخلصي يا رب فلا تبطئ.</a:t>
            </a:r>
          </a:p>
        </p:txBody>
      </p:sp>
      <p:sp>
        <p:nvSpPr>
          <p:cNvPr id="21508" name="TextBox 3">
            <a:extLst>
              <a:ext uri="{FF2B5EF4-FFF2-40B4-BE49-F238E27FC236}">
                <a16:creationId xmlns:a16="http://schemas.microsoft.com/office/drawing/2014/main" id="{CEBAE79B-47B8-42D2-89C4-716D235C3363}"/>
              </a:ext>
            </a:extLst>
          </p:cNvPr>
          <p:cNvSpPr txBox="1">
            <a:spLocks noChangeArrowheads="1"/>
          </p:cNvSpPr>
          <p:nvPr/>
        </p:nvSpPr>
        <p:spPr bwMode="auto">
          <a:xfrm>
            <a:off x="0" y="60277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FD6975E-0ECD-4EA0-AEAB-B52784F3E07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5</a:t>
            </a:r>
            <a:r>
              <a:rPr lang="ar-SA" altLang="ar-EG" sz="4800"/>
              <a:t>) المزمور الخامس والثمانون</a:t>
            </a:r>
            <a:endParaRPr lang="en-US" altLang="ar-EG" sz="4800"/>
          </a:p>
        </p:txBody>
      </p:sp>
      <p:sp>
        <p:nvSpPr>
          <p:cNvPr id="22531" name="Content Placeholder 2">
            <a:extLst>
              <a:ext uri="{FF2B5EF4-FFF2-40B4-BE49-F238E27FC236}">
                <a16:creationId xmlns:a16="http://schemas.microsoft.com/office/drawing/2014/main" id="{C65C901E-F0E4-4103-AD93-F1F528BEA23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أمل يا رب أذنك واستمعني، لأني مسكين وبائس أنا. احفظ نفسي لأني بار، يا إلهي خلص عبدك المتكل عليك. ارحمني يا رب، لأني إليك أصرخ اليوم كله. فرح نفس عبدك، لأني إليك يا رب رفعت نفسي. لأنك أنت يا رب صالح ووديع، ورحمتك كثيرة لكافة المستغيثين بك. أنصت يا رب إلي صلاتي، وأصغ إلى صوت تضرعي. في يوم شدتي إليك صرختُ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ECECE299-4859-40F0-AB1B-EF36A677D657}"/>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فأجبتني. فليس لك شبيه في الآلهة يا رب، ولا من يصنع كأعمالك. كل الأمم الذين خلقتهم يأتون ويسجدون أمامك يا رب، ويمجدون اسمك. لأنك أنت عظيم وصانع العجائب، أنت وحدك الإله العظيم. اهدني يا رب إلى طريقك فأسلك في حقك، ليفرح قلبي عند خوفه من اسمك. أعترف لك أيها الرب إلهي من كل قلبي، وأمجد اسمك إلى الأبد. لأن رحمتك عظيمة على، وقد نجيت نفسي من الجحيم السفلي.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9E8EBC4F-2A18-46CB-9712-6BAC7D898D83}"/>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اللهم إن مخالفي الناموس قد قاموا علىّ ومجمع الأعزاء طلبوا نفسي، ولم يسبقوا أن يجعلوك أمامهم. وأنت أيها الرب الإله أنت رؤوف ورحيم. أنت طويل الروح، وكثير الرحمة وصادق. انظر إلي وارحمني. أعطِ عزة لعبدك، وخلص ابن أمتك. اصنع معي آية صالحة، ليرى ذلك مبغضي فيخزوا. لأنك  أنت يا رب أعنتني وعزيتني.</a:t>
            </a:r>
          </a:p>
        </p:txBody>
      </p:sp>
      <p:sp>
        <p:nvSpPr>
          <p:cNvPr id="24579" name="TextBox 3">
            <a:extLst>
              <a:ext uri="{FF2B5EF4-FFF2-40B4-BE49-F238E27FC236}">
                <a16:creationId xmlns:a16="http://schemas.microsoft.com/office/drawing/2014/main" id="{63F247BA-2181-4FA1-AD0D-962267CF7BE4}"/>
              </a:ext>
            </a:extLst>
          </p:cNvPr>
          <p:cNvSpPr txBox="1">
            <a:spLocks noChangeArrowheads="1"/>
          </p:cNvSpPr>
          <p:nvPr/>
        </p:nvSpPr>
        <p:spPr bwMode="auto">
          <a:xfrm>
            <a:off x="0" y="5170488"/>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86A77F2-9C2C-4DCB-8232-8CEB114D86DD}"/>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5E97D5F3-C91B-493E-9E60-16EA9EBCF756}"/>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0A0B6EB-5301-423D-9FB3-30E9473DA82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6</a:t>
            </a:r>
            <a:r>
              <a:rPr lang="ar-SA" altLang="ar-EG" sz="4800"/>
              <a:t>) المزمور التسعون</a:t>
            </a:r>
            <a:endParaRPr lang="en-US" altLang="ar-EG" sz="4800"/>
          </a:p>
        </p:txBody>
      </p:sp>
      <p:sp>
        <p:nvSpPr>
          <p:cNvPr id="25603" name="Content Placeholder 2">
            <a:extLst>
              <a:ext uri="{FF2B5EF4-FFF2-40B4-BE49-F238E27FC236}">
                <a16:creationId xmlns:a16="http://schemas.microsoft.com/office/drawing/2014/main" id="{7BA49260-D1B2-421F-BAB0-43293A39197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الساكن في عون العَليّ، يستريح في ظل إله السماء. يقول للرب أنت هو ناصري وملجأي، إلهي فأتكل عليه. لأنه ينجيك من فخ الصياد، ومن كلمة مقلقة. في وسط منكبيه يظللك، وتحت جناحيه تعتصم، عدله يحيط بك كالسلاح. فلا تخشى من خوف الليل، ولا من سهم يطير في النهار. ولا من أمر يسلك في الظلمة، ولا من سقطة وشيطان الظهيرة.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7B40CF24-5C5A-418F-8574-8147F90F594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يسقط عن يسارك ألوف، وعن يمينك ربوات، وأما أنت فلا يقتربون إليك. بل بعينيك تتأمل، ومجازاة الخطاة تبصر. لأنك أنت يا رب رجائي. جعلتَ العليَّ ملجأك. فلا تصيبك الشرور، ولا تدنو ضربة من مسكنك. لأنه يوصى ملائكته بك، ليحفظوك في سائر طرقك. وعلى أيديهم يحملونك، لئلا تعثر بحجر رجلك. تطأ الأفعى وملكَ الحيات، وتسحق الأسد والتنين. لأنه على أتكل فأنجيه، أرَفعه (أستره)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6DE4608F-F7F0-4C8B-9623-F62506B35A81}"/>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لأنه عرف اسمي. يدعوني فأستجيب له. معه أنا في الشدة، أنقذه وأمجده. ومن طول الأيام أشبعه، وأريه خلاصي.</a:t>
            </a:r>
          </a:p>
        </p:txBody>
      </p:sp>
      <p:sp>
        <p:nvSpPr>
          <p:cNvPr id="27651" name="TextBox 3">
            <a:extLst>
              <a:ext uri="{FF2B5EF4-FFF2-40B4-BE49-F238E27FC236}">
                <a16:creationId xmlns:a16="http://schemas.microsoft.com/office/drawing/2014/main" id="{6DB0674D-B826-4601-A5A5-27295F0B4CE3}"/>
              </a:ext>
            </a:extLst>
          </p:cNvPr>
          <p:cNvSpPr txBox="1">
            <a:spLocks noChangeArrowheads="1"/>
          </p:cNvSpPr>
          <p:nvPr/>
        </p:nvSpPr>
        <p:spPr bwMode="auto">
          <a:xfrm>
            <a:off x="0" y="2209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C69C68D7-D3E1-4813-8B26-E3BFCFA20922}"/>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02E2A383-8D26-407D-B116-B8ED788A7A0D}"/>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A387740-8811-4697-B549-E9FFCE539AE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7</a:t>
            </a:r>
            <a:r>
              <a:rPr lang="ar-SA" altLang="ar-EG" sz="4800"/>
              <a:t>) المزمور المائة والسادس عشر</a:t>
            </a:r>
            <a:endParaRPr lang="en-US" altLang="ar-EG" sz="4800"/>
          </a:p>
        </p:txBody>
      </p:sp>
      <p:sp>
        <p:nvSpPr>
          <p:cNvPr id="28675" name="Content Placeholder 2">
            <a:extLst>
              <a:ext uri="{FF2B5EF4-FFF2-40B4-BE49-F238E27FC236}">
                <a16:creationId xmlns:a16="http://schemas.microsoft.com/office/drawing/2014/main" id="{9921CC8F-F446-4F5A-A064-08EBF77C26C9}"/>
              </a:ext>
            </a:extLst>
          </p:cNvPr>
          <p:cNvSpPr>
            <a:spLocks noGrp="1"/>
          </p:cNvSpPr>
          <p:nvPr>
            <p:ph idx="4294967295"/>
          </p:nvPr>
        </p:nvSpPr>
        <p:spPr bwMode="auto">
          <a:xfrm>
            <a:off x="0" y="76200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يا جميع الأمم ولتباركه كافة الشعوب. لأن رحمته قد ثبتت علينا وحق الرب يدوم إلى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8676" name="TextBox 3">
            <a:extLst>
              <a:ext uri="{FF2B5EF4-FFF2-40B4-BE49-F238E27FC236}">
                <a16:creationId xmlns:a16="http://schemas.microsoft.com/office/drawing/2014/main" id="{98CBAF88-F754-432E-B59C-BAFA934337A4}"/>
              </a:ext>
            </a:extLst>
          </p:cNvPr>
          <p:cNvSpPr txBox="1">
            <a:spLocks noChangeArrowheads="1"/>
          </p:cNvSpPr>
          <p:nvPr/>
        </p:nvSpPr>
        <p:spPr bwMode="auto">
          <a:xfrm>
            <a:off x="0" y="299085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CCEF3DAB-078C-4848-8041-5BBF97C818D7}"/>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1612D446-3A28-45AD-BB3F-7966100FD803}"/>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796C0C5-00CA-4ECE-BB10-9AE60F5A77E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8</a:t>
            </a:r>
            <a:r>
              <a:rPr lang="ar-SA" altLang="ar-EG" sz="4800"/>
              <a:t>) المزمور المائة والسابع عشر</a:t>
            </a:r>
            <a:endParaRPr lang="en-US" altLang="ar-EG" sz="4800"/>
          </a:p>
        </p:txBody>
      </p:sp>
      <p:sp>
        <p:nvSpPr>
          <p:cNvPr id="29699" name="Content Placeholder 2">
            <a:extLst>
              <a:ext uri="{FF2B5EF4-FFF2-40B4-BE49-F238E27FC236}">
                <a16:creationId xmlns:a16="http://schemas.microsoft.com/office/drawing/2014/main" id="{1C3BCF38-C15A-450A-85A9-65C161422BD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اعترفوا للرب لأنه صالح وأن إلى الأبد رحمته. ليقل بيت إسرائيل إنه صالح وإن إلى الأبد رحمته. ليقل بيت هارون إنه صالح وإن إلى الأبد رحمته. ليقل أتقياء الرب إنه صالح وإن إلى الأبد رحمته. في ضيقتي صرختُ إلى الرب، فاستجاب لي وأخرجني إلى الرحب. الرب عوني فلا أخشى ماذا يصنع بي الإنسان. الرب لي معين وأنا أرى بأعدائي. الاتكال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48CBD558-D778-4E25-A8D6-408392BEA2A3}"/>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خير من الاتكال على البشر، الرجاء بالرب خير من الرجاء بالرؤساء. كل الأمم أحاطوا بي وباسم الرب انتقمتُ منهم. أحاطوا بي احتياطا واكتنفوني، وباسم الرب قهرتهم. أحاطوا بي مثل النحل حول الشهد، والتهبوا كنار في شوك، وباسم الرب انتقمت منهم. دفعتُ لأسقطَ والرب عضدني. قوتي وتسبحتي هو الرب وقد صار لي خلاصا. صوت التهليل والخلاص في مساكن الأبرار. يمين الرب</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1FE14331-AF55-44CD-BF60-C07E2A3DA8ED}"/>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صنعت قوة، يمين الرب رفعتني، يمين الرب صنعت قوة. فلن أموتَ بعدُ، بل أحيا وأحدث بأعمال الرب. تأديبا أدبني الرب وإلى الموت لم يُسْلِمْني. افتحوا لي أبواب البر لكي أدخل فيها وأعترفَ للرب. هذا هو باب الرب والصديقون يدخلون فيه. أعترف لك يا رب لأنك استجبت لي وكنت لي مخلصا. الحجر الذي رذله البناءون هذا صار رأسا للزاوية. من قبل الرب كان هذا وهو عجيب في أعيننا. هذا هو اليوم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3A28CAE9-72CB-4487-A3E7-3840B8466ADA}"/>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الذي صنعه الرب. فلنبتهج ونفرح فيه. يا رب خلصنا. يا رب سهل طريقنا. مبارك الآتي باسم الرب. باركناكم من بيت الرب. الله الرب أضاء علينا. رتبوا عيدا في الواصلين إلى قرون المذبح. أنت هو إلهي فأشكرك، إلهي أنت فأرفعك. أعترف لك يا رب، لأنك استجبت لي وصرت لي مخلصا. اشكروا الرب فإنه صالح وأن إلى الأبد رحمته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2771" name="TextBox 3">
            <a:extLst>
              <a:ext uri="{FF2B5EF4-FFF2-40B4-BE49-F238E27FC236}">
                <a16:creationId xmlns:a16="http://schemas.microsoft.com/office/drawing/2014/main" id="{460EA641-3764-4784-9222-BF126A4AC7A7}"/>
              </a:ext>
            </a:extLst>
          </p:cNvPr>
          <p:cNvSpPr txBox="1">
            <a:spLocks noChangeArrowheads="1"/>
          </p:cNvSpPr>
          <p:nvPr/>
        </p:nvSpPr>
        <p:spPr bwMode="auto">
          <a:xfrm>
            <a:off x="0" y="517207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CCE2F3A3-3B25-47E3-9E05-E43EC78FD500}"/>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الأولى</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A5F1EFED-6F87-4203-92A1-357B0F119D4D}"/>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ction Button: Custom 34">
            <a:hlinkClick r:id="rId3" action="ppaction://hlinksldjump" highlightClick="1"/>
            <a:extLst>
              <a:ext uri="{FF2B5EF4-FFF2-40B4-BE49-F238E27FC236}">
                <a16:creationId xmlns:a16="http://schemas.microsoft.com/office/drawing/2014/main" id="{CE107E16-6DDB-4DA7-8AA0-2C1CF1D6A7A9}"/>
              </a:ext>
            </a:extLst>
          </p:cNvPr>
          <p:cNvSpPr/>
          <p:nvPr/>
        </p:nvSpPr>
        <p:spPr>
          <a:xfrm>
            <a:off x="6097555" y="5355768"/>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7 اذكر لعبدك كلامك</a:t>
            </a:r>
            <a:endParaRPr lang="en-US" sz="3200" b="1" dirty="0">
              <a:solidFill>
                <a:srgbClr val="FFC000"/>
              </a:solidFill>
            </a:endParaRPr>
          </a:p>
        </p:txBody>
      </p:sp>
      <p:sp>
        <p:nvSpPr>
          <p:cNvPr id="36" name="Action Button: Custom 35">
            <a:hlinkClick r:id="rId4" action="ppaction://hlinksldjump" highlightClick="1"/>
            <a:extLst>
              <a:ext uri="{FF2B5EF4-FFF2-40B4-BE49-F238E27FC236}">
                <a16:creationId xmlns:a16="http://schemas.microsoft.com/office/drawing/2014/main" id="{8FA7113C-5CE4-46FF-83CF-8C03AEE8D6DF}"/>
              </a:ext>
            </a:extLst>
          </p:cNvPr>
          <p:cNvSpPr/>
          <p:nvPr/>
        </p:nvSpPr>
        <p:spPr>
          <a:xfrm>
            <a:off x="6097555" y="1632855"/>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2 بماذا يقوم الشاب</a:t>
            </a:r>
            <a:endParaRPr lang="en-US" sz="3200" b="1" dirty="0">
              <a:solidFill>
                <a:srgbClr val="FFC000"/>
              </a:solidFill>
            </a:endParaRPr>
          </a:p>
        </p:txBody>
      </p:sp>
      <p:sp>
        <p:nvSpPr>
          <p:cNvPr id="37" name="Action Button: Custom 36">
            <a:hlinkClick r:id="rId5" action="ppaction://hlinksldjump" highlightClick="1"/>
            <a:extLst>
              <a:ext uri="{FF2B5EF4-FFF2-40B4-BE49-F238E27FC236}">
                <a16:creationId xmlns:a16="http://schemas.microsoft.com/office/drawing/2014/main" id="{9643624C-8078-4A7D-818C-2EF29AE8D15B}"/>
              </a:ext>
            </a:extLst>
          </p:cNvPr>
          <p:cNvSpPr/>
          <p:nvPr/>
        </p:nvSpPr>
        <p:spPr>
          <a:xfrm>
            <a:off x="3118757" y="892629"/>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8 نصيبي أنت يا رب</a:t>
            </a:r>
            <a:endParaRPr lang="en-US" sz="3200" b="1" dirty="0">
              <a:solidFill>
                <a:srgbClr val="FFC000"/>
              </a:solidFill>
            </a:endParaRPr>
          </a:p>
        </p:txBody>
      </p:sp>
      <p:sp>
        <p:nvSpPr>
          <p:cNvPr id="38" name="Action Button: Custom 37">
            <a:hlinkClick r:id="rId6" action="ppaction://hlinksldjump" highlightClick="1"/>
            <a:extLst>
              <a:ext uri="{FF2B5EF4-FFF2-40B4-BE49-F238E27FC236}">
                <a16:creationId xmlns:a16="http://schemas.microsoft.com/office/drawing/2014/main" id="{8B3C28F1-CD72-42F6-9052-7FC38A4840CD}"/>
              </a:ext>
            </a:extLst>
          </p:cNvPr>
          <p:cNvSpPr/>
          <p:nvPr/>
        </p:nvSpPr>
        <p:spPr>
          <a:xfrm>
            <a:off x="3125755" y="3113313"/>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11 تاقت نفسي</a:t>
            </a:r>
            <a:endParaRPr lang="en-US" sz="3200" b="1" dirty="0">
              <a:solidFill>
                <a:srgbClr val="FFC000"/>
              </a:solidFill>
            </a:endParaRPr>
          </a:p>
        </p:txBody>
      </p:sp>
      <p:sp>
        <p:nvSpPr>
          <p:cNvPr id="102" name="Action Button: Custom 101">
            <a:hlinkClick r:id="rId7" action="ppaction://hlinksldjump" highlightClick="1"/>
            <a:extLst>
              <a:ext uri="{FF2B5EF4-FFF2-40B4-BE49-F238E27FC236}">
                <a16:creationId xmlns:a16="http://schemas.microsoft.com/office/drawing/2014/main" id="{C49661DF-55E8-4873-80E9-9C8BC00DC04E}"/>
              </a:ext>
            </a:extLst>
          </p:cNvPr>
          <p:cNvSpPr/>
          <p:nvPr/>
        </p:nvSpPr>
        <p:spPr>
          <a:xfrm>
            <a:off x="153955" y="2373081"/>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17 عجيبة هي شهاداتك</a:t>
            </a:r>
            <a:endParaRPr lang="en-US" sz="2400" b="1" dirty="0">
              <a:solidFill>
                <a:srgbClr val="FFC000"/>
              </a:solidFill>
            </a:endParaRPr>
          </a:p>
        </p:txBody>
      </p:sp>
      <p:sp>
        <p:nvSpPr>
          <p:cNvPr id="103" name="Action Button: Custom 102">
            <a:hlinkClick r:id="rId8" action="ppaction://hlinksldjump" highlightClick="1"/>
            <a:extLst>
              <a:ext uri="{FF2B5EF4-FFF2-40B4-BE49-F238E27FC236}">
                <a16:creationId xmlns:a16="http://schemas.microsoft.com/office/drawing/2014/main" id="{2B601F6C-A33E-456C-B69D-9B3E74F871B0}"/>
              </a:ext>
            </a:extLst>
          </p:cNvPr>
          <p:cNvSpPr/>
          <p:nvPr/>
        </p:nvSpPr>
        <p:spPr>
          <a:xfrm>
            <a:off x="152400" y="892629"/>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15 لمتجاوزي الناموس</a:t>
            </a:r>
            <a:endParaRPr lang="en-US" sz="2400" b="1" dirty="0">
              <a:solidFill>
                <a:srgbClr val="FFC000"/>
              </a:solidFill>
            </a:endParaRPr>
          </a:p>
        </p:txBody>
      </p:sp>
      <p:sp>
        <p:nvSpPr>
          <p:cNvPr id="104" name="Action Button: Custom 103">
            <a:hlinkClick r:id="rId9" action="ppaction://hlinksldjump" highlightClick="1"/>
            <a:extLst>
              <a:ext uri="{FF2B5EF4-FFF2-40B4-BE49-F238E27FC236}">
                <a16:creationId xmlns:a16="http://schemas.microsoft.com/office/drawing/2014/main" id="{D8E13102-F309-4865-B8D1-68CCDD889B94}"/>
              </a:ext>
            </a:extLst>
          </p:cNvPr>
          <p:cNvSpPr/>
          <p:nvPr/>
        </p:nvSpPr>
        <p:spPr>
          <a:xfrm>
            <a:off x="153955" y="1632855"/>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16 قد أجريتُ حكما</a:t>
            </a:r>
            <a:endParaRPr lang="en-US" sz="3200" b="1" dirty="0">
              <a:solidFill>
                <a:srgbClr val="FFC000"/>
              </a:solidFill>
            </a:endParaRPr>
          </a:p>
        </p:txBody>
      </p:sp>
      <p:sp>
        <p:nvSpPr>
          <p:cNvPr id="109" name="Action Button: Custom 108">
            <a:hlinkClick r:id="rId10" action="ppaction://hlinksldjump" highlightClick="1"/>
            <a:extLst>
              <a:ext uri="{FF2B5EF4-FFF2-40B4-BE49-F238E27FC236}">
                <a16:creationId xmlns:a16="http://schemas.microsoft.com/office/drawing/2014/main" id="{64414908-2CAD-470A-A424-EFE5066F67BF}"/>
              </a:ext>
            </a:extLst>
          </p:cNvPr>
          <p:cNvSpPr/>
          <p:nvPr/>
        </p:nvSpPr>
        <p:spPr>
          <a:xfrm>
            <a:off x="152400" y="5355768"/>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21 الرؤساء </a:t>
            </a:r>
            <a:r>
              <a:rPr lang="ar-EG" sz="2400" b="1" dirty="0" err="1">
                <a:solidFill>
                  <a:srgbClr val="FFC000"/>
                </a:solidFill>
                <a:cs typeface="Times New Roman" pitchFamily="18" charset="0"/>
              </a:rPr>
              <a:t>اضطهدوني</a:t>
            </a:r>
            <a:endParaRPr lang="en-US" sz="2400" b="1" dirty="0">
              <a:solidFill>
                <a:srgbClr val="FFC000"/>
              </a:solidFill>
            </a:endParaRPr>
          </a:p>
        </p:txBody>
      </p:sp>
      <p:sp>
        <p:nvSpPr>
          <p:cNvPr id="110" name="Action Button: Custom 109">
            <a:hlinkClick r:id="rId11" action="ppaction://hlinksldjump" highlightClick="1"/>
            <a:extLst>
              <a:ext uri="{FF2B5EF4-FFF2-40B4-BE49-F238E27FC236}">
                <a16:creationId xmlns:a16="http://schemas.microsoft.com/office/drawing/2014/main" id="{E429581B-D1B3-4E1B-82D8-99B68763B3D2}"/>
              </a:ext>
            </a:extLst>
          </p:cNvPr>
          <p:cNvSpPr/>
          <p:nvPr/>
        </p:nvSpPr>
        <p:spPr>
          <a:xfrm>
            <a:off x="6097555" y="3113310"/>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800" b="1" dirty="0">
                <a:solidFill>
                  <a:srgbClr val="FFC000"/>
                </a:solidFill>
                <a:cs typeface="Times New Roman" pitchFamily="18" charset="0"/>
              </a:rPr>
              <a:t>4 لصقت بالتراب نفسي</a:t>
            </a:r>
            <a:endParaRPr lang="en-US" sz="2800" b="1" dirty="0">
              <a:solidFill>
                <a:srgbClr val="FFC000"/>
              </a:solidFill>
            </a:endParaRPr>
          </a:p>
        </p:txBody>
      </p:sp>
      <p:sp>
        <p:nvSpPr>
          <p:cNvPr id="111" name="Action Button: Custom 110">
            <a:hlinkClick r:id="rId12" action="ppaction://hlinksldjump" highlightClick="1"/>
            <a:extLst>
              <a:ext uri="{FF2B5EF4-FFF2-40B4-BE49-F238E27FC236}">
                <a16:creationId xmlns:a16="http://schemas.microsoft.com/office/drawing/2014/main" id="{22A44869-45DB-41F2-A5B8-B76CE9A22600}"/>
              </a:ext>
            </a:extLst>
          </p:cNvPr>
          <p:cNvSpPr/>
          <p:nvPr/>
        </p:nvSpPr>
        <p:spPr>
          <a:xfrm>
            <a:off x="3125755" y="1632858"/>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2800" b="1" dirty="0">
                <a:solidFill>
                  <a:srgbClr val="FFC000"/>
                </a:solidFill>
                <a:cs typeface="Times New Roman" pitchFamily="18" charset="0"/>
              </a:rPr>
              <a:t>9 خيرا صنعتَ مع عبدك</a:t>
            </a:r>
            <a:endParaRPr lang="en-US" sz="2800" b="1" dirty="0">
              <a:solidFill>
                <a:srgbClr val="FFC000"/>
              </a:solidFill>
            </a:endParaRPr>
          </a:p>
        </p:txBody>
      </p:sp>
      <p:sp>
        <p:nvSpPr>
          <p:cNvPr id="113" name="Action Button: Custom 112">
            <a:hlinkClick r:id="rId13" action="ppaction://hlinksldjump" highlightClick="1"/>
            <a:extLst>
              <a:ext uri="{FF2B5EF4-FFF2-40B4-BE49-F238E27FC236}">
                <a16:creationId xmlns:a16="http://schemas.microsoft.com/office/drawing/2014/main" id="{C2DE10DA-6E8E-45B1-89BE-18AB5543708A}"/>
              </a:ext>
            </a:extLst>
          </p:cNvPr>
          <p:cNvSpPr/>
          <p:nvPr/>
        </p:nvSpPr>
        <p:spPr>
          <a:xfrm>
            <a:off x="153955" y="3870158"/>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19 صرخت من كل قلبي</a:t>
            </a:r>
            <a:endParaRPr lang="en-US" sz="2400" b="1" dirty="0">
              <a:solidFill>
                <a:srgbClr val="FFC000"/>
              </a:solidFill>
            </a:endParaRPr>
          </a:p>
        </p:txBody>
      </p:sp>
      <p:sp>
        <p:nvSpPr>
          <p:cNvPr id="115" name="Action Button: Custom 114">
            <a:hlinkClick r:id="rId14" action="ppaction://hlinksldjump" highlightClick="1"/>
            <a:extLst>
              <a:ext uri="{FF2B5EF4-FFF2-40B4-BE49-F238E27FC236}">
                <a16:creationId xmlns:a16="http://schemas.microsoft.com/office/drawing/2014/main" id="{56903378-8AC6-4A07-923F-3AB57BF2490C}"/>
              </a:ext>
            </a:extLst>
          </p:cNvPr>
          <p:cNvSpPr/>
          <p:nvPr/>
        </p:nvSpPr>
        <p:spPr>
          <a:xfrm>
            <a:off x="153955" y="4625354"/>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20 انظر إلى مذلتي</a:t>
            </a:r>
            <a:endParaRPr lang="en-US" sz="3200" b="1" dirty="0">
              <a:solidFill>
                <a:srgbClr val="FFC000"/>
              </a:solidFill>
            </a:endParaRPr>
          </a:p>
        </p:txBody>
      </p:sp>
      <p:sp>
        <p:nvSpPr>
          <p:cNvPr id="121" name="Action Button: Custom 120">
            <a:hlinkClick r:id="rId15" action="ppaction://hlinksldjump" highlightClick="1"/>
            <a:extLst>
              <a:ext uri="{FF2B5EF4-FFF2-40B4-BE49-F238E27FC236}">
                <a16:creationId xmlns:a16="http://schemas.microsoft.com/office/drawing/2014/main" id="{B7C280C5-3339-4BE4-A8B0-EE9FA9DD676D}"/>
              </a:ext>
            </a:extLst>
          </p:cNvPr>
          <p:cNvSpPr/>
          <p:nvPr/>
        </p:nvSpPr>
        <p:spPr>
          <a:xfrm>
            <a:off x="6097555" y="4615539"/>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6 لتأت عليّ رحمتك</a:t>
            </a:r>
            <a:endParaRPr lang="en-US" sz="3200" b="1" dirty="0">
              <a:solidFill>
                <a:srgbClr val="FFC000"/>
              </a:solidFill>
            </a:endParaRPr>
          </a:p>
        </p:txBody>
      </p:sp>
      <p:sp>
        <p:nvSpPr>
          <p:cNvPr id="122" name="Action Button: Custom 121">
            <a:hlinkClick r:id="rId16" action="ppaction://hlinksldjump" highlightClick="1"/>
            <a:extLst>
              <a:ext uri="{FF2B5EF4-FFF2-40B4-BE49-F238E27FC236}">
                <a16:creationId xmlns:a16="http://schemas.microsoft.com/office/drawing/2014/main" id="{65258C92-C30B-423A-9D45-A76D55014768}"/>
              </a:ext>
            </a:extLst>
          </p:cNvPr>
          <p:cNvSpPr/>
          <p:nvPr/>
        </p:nvSpPr>
        <p:spPr>
          <a:xfrm>
            <a:off x="3125755" y="2373084"/>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10 يداك صنعتاني</a:t>
            </a:r>
            <a:endParaRPr lang="en-US" sz="3200" b="1" dirty="0">
              <a:solidFill>
                <a:srgbClr val="FFC000"/>
              </a:solidFill>
            </a:endParaRPr>
          </a:p>
        </p:txBody>
      </p:sp>
      <p:sp>
        <p:nvSpPr>
          <p:cNvPr id="126" name="Action Button: Custom 125">
            <a:hlinkClick r:id="rId17" action="ppaction://hlinksldjump" highlightClick="1"/>
            <a:extLst>
              <a:ext uri="{FF2B5EF4-FFF2-40B4-BE49-F238E27FC236}">
                <a16:creationId xmlns:a16="http://schemas.microsoft.com/office/drawing/2014/main" id="{B22CDCEE-4819-4F58-BB82-7C0072F8D53D}"/>
              </a:ext>
            </a:extLst>
          </p:cNvPr>
          <p:cNvSpPr/>
          <p:nvPr/>
        </p:nvSpPr>
        <p:spPr>
          <a:xfrm>
            <a:off x="153955" y="3123125"/>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18 عادل أنت يا رب</a:t>
            </a:r>
            <a:endParaRPr lang="en-US" sz="3200" b="1" dirty="0">
              <a:solidFill>
                <a:srgbClr val="FFC000"/>
              </a:solidFill>
            </a:endParaRPr>
          </a:p>
        </p:txBody>
      </p:sp>
      <p:sp>
        <p:nvSpPr>
          <p:cNvPr id="27" name="Action Button: Custom 26">
            <a:hlinkClick r:id="rId18" action="ppaction://hlinksldjump" highlightClick="1"/>
            <a:extLst>
              <a:ext uri="{FF2B5EF4-FFF2-40B4-BE49-F238E27FC236}">
                <a16:creationId xmlns:a16="http://schemas.microsoft.com/office/drawing/2014/main" id="{BC449A7C-0B6F-494F-8937-0A33752ED52B}"/>
              </a:ext>
            </a:extLst>
          </p:cNvPr>
          <p:cNvSpPr/>
          <p:nvPr/>
        </p:nvSpPr>
        <p:spPr>
          <a:xfrm>
            <a:off x="6097555" y="2373081"/>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normAutofit/>
          </a:bodyPr>
          <a:lstStyle/>
          <a:p>
            <a:pPr algn="ctr" rtl="1" eaLnBrk="1" fontAlgn="auto" hangingPunct="1">
              <a:spcBef>
                <a:spcPts val="0"/>
              </a:spcBef>
              <a:spcAft>
                <a:spcPts val="0"/>
              </a:spcAft>
              <a:defRPr/>
            </a:pPr>
            <a:r>
              <a:rPr lang="ar-EG" sz="3200" b="1" dirty="0">
                <a:solidFill>
                  <a:srgbClr val="FFC000"/>
                </a:solidFill>
                <a:cs typeface="Times New Roman" pitchFamily="18" charset="0"/>
              </a:rPr>
              <a:t>3 كافئ عبدك</a:t>
            </a:r>
            <a:endParaRPr lang="en-US" sz="3200" b="1" dirty="0">
              <a:solidFill>
                <a:srgbClr val="FFC000"/>
              </a:solidFill>
            </a:endParaRPr>
          </a:p>
        </p:txBody>
      </p:sp>
      <p:sp>
        <p:nvSpPr>
          <p:cNvPr id="28" name="Action Button: Custom 27">
            <a:hlinkClick r:id="rId19" action="ppaction://hlinksldjump" highlightClick="1"/>
            <a:extLst>
              <a:ext uri="{FF2B5EF4-FFF2-40B4-BE49-F238E27FC236}">
                <a16:creationId xmlns:a16="http://schemas.microsoft.com/office/drawing/2014/main" id="{C0702402-AA21-41F6-A383-87C3FE0CA91F}"/>
              </a:ext>
            </a:extLst>
          </p:cNvPr>
          <p:cNvSpPr/>
          <p:nvPr/>
        </p:nvSpPr>
        <p:spPr>
          <a:xfrm>
            <a:off x="3125755" y="6096000"/>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22 فلتدن وسيلتي قدامك</a:t>
            </a:r>
            <a:endParaRPr lang="en-US" sz="2400" b="1" dirty="0">
              <a:solidFill>
                <a:srgbClr val="FFC000"/>
              </a:solidFill>
            </a:endParaRPr>
          </a:p>
        </p:txBody>
      </p:sp>
      <p:sp>
        <p:nvSpPr>
          <p:cNvPr id="29" name="Action Button: Custom 28">
            <a:hlinkClick r:id="rId20" action="ppaction://hlinksldjump" highlightClick="1"/>
            <a:extLst>
              <a:ext uri="{FF2B5EF4-FFF2-40B4-BE49-F238E27FC236}">
                <a16:creationId xmlns:a16="http://schemas.microsoft.com/office/drawing/2014/main" id="{7360C39F-2D47-4C29-B328-F145D9055B2B}"/>
              </a:ext>
            </a:extLst>
          </p:cNvPr>
          <p:cNvSpPr/>
          <p:nvPr/>
        </p:nvSpPr>
        <p:spPr>
          <a:xfrm>
            <a:off x="3125755" y="5355771"/>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14 مصباح لرجلي</a:t>
            </a:r>
            <a:endParaRPr lang="en-US" sz="3200" b="1" dirty="0">
              <a:solidFill>
                <a:srgbClr val="FFC000"/>
              </a:solidFill>
            </a:endParaRPr>
          </a:p>
        </p:txBody>
      </p:sp>
      <p:sp>
        <p:nvSpPr>
          <p:cNvPr id="24" name="Action Button: Custom 23">
            <a:hlinkClick r:id="rId21" action="ppaction://hlinksldjump" highlightClick="1"/>
            <a:extLst>
              <a:ext uri="{FF2B5EF4-FFF2-40B4-BE49-F238E27FC236}">
                <a16:creationId xmlns:a16="http://schemas.microsoft.com/office/drawing/2014/main" id="{AE051744-F660-420D-B8A3-4AAA34FE6B4F}"/>
              </a:ext>
            </a:extLst>
          </p:cNvPr>
          <p:cNvSpPr/>
          <p:nvPr/>
        </p:nvSpPr>
        <p:spPr>
          <a:xfrm>
            <a:off x="6097555" y="3875310"/>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5 ضع لي يا رب</a:t>
            </a:r>
            <a:endParaRPr lang="en-US" sz="3200" b="1" dirty="0">
              <a:solidFill>
                <a:srgbClr val="FFC000"/>
              </a:solidFill>
            </a:endParaRPr>
          </a:p>
        </p:txBody>
      </p:sp>
      <p:sp>
        <p:nvSpPr>
          <p:cNvPr id="23" name="Action Button: Custom 22">
            <a:hlinkClick r:id="rId22" action="ppaction://hlinksldjump" highlightClick="1"/>
            <a:extLst>
              <a:ext uri="{FF2B5EF4-FFF2-40B4-BE49-F238E27FC236}">
                <a16:creationId xmlns:a16="http://schemas.microsoft.com/office/drawing/2014/main" id="{F1CC41E6-4BDB-4699-B87F-7E904DA7B6B2}"/>
              </a:ext>
            </a:extLst>
          </p:cNvPr>
          <p:cNvSpPr/>
          <p:nvPr/>
        </p:nvSpPr>
        <p:spPr>
          <a:xfrm>
            <a:off x="3125755" y="3866469"/>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3200" b="1" dirty="0">
                <a:solidFill>
                  <a:srgbClr val="FFC000"/>
                </a:solidFill>
                <a:cs typeface="Times New Roman" pitchFamily="18" charset="0"/>
              </a:rPr>
              <a:t>12 يا رب كلمتك</a:t>
            </a:r>
            <a:endParaRPr lang="en-US" sz="3200" b="1" dirty="0">
              <a:solidFill>
                <a:srgbClr val="FFC000"/>
              </a:solidFill>
            </a:endParaRPr>
          </a:p>
        </p:txBody>
      </p:sp>
      <p:sp>
        <p:nvSpPr>
          <p:cNvPr id="25" name="Action Button: Custom 24">
            <a:hlinkClick r:id="rId23" action="ppaction://hlinksldjump" highlightClick="1"/>
            <a:extLst>
              <a:ext uri="{FF2B5EF4-FFF2-40B4-BE49-F238E27FC236}">
                <a16:creationId xmlns:a16="http://schemas.microsoft.com/office/drawing/2014/main" id="{AFDFE9BD-74CC-4758-BBC4-8A46457566C3}"/>
              </a:ext>
            </a:extLst>
          </p:cNvPr>
          <p:cNvSpPr/>
          <p:nvPr/>
        </p:nvSpPr>
        <p:spPr>
          <a:xfrm>
            <a:off x="3125755" y="4625357"/>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rtl="1" eaLnBrk="1" fontAlgn="auto" hangingPunct="1">
              <a:spcBef>
                <a:spcPts val="0"/>
              </a:spcBef>
              <a:spcAft>
                <a:spcPts val="0"/>
              </a:spcAft>
              <a:defRPr/>
            </a:pPr>
            <a:r>
              <a:rPr lang="ar-EG" sz="2800" b="1" dirty="0">
                <a:solidFill>
                  <a:srgbClr val="FFC000"/>
                </a:solidFill>
                <a:cs typeface="Times New Roman" pitchFamily="18" charset="0"/>
              </a:rPr>
              <a:t>13 محبوب هو اسمك</a:t>
            </a:r>
            <a:endParaRPr lang="en-US" sz="2800" b="1" dirty="0">
              <a:solidFill>
                <a:srgbClr val="FFC000"/>
              </a:solidFill>
            </a:endParaRPr>
          </a:p>
        </p:txBody>
      </p:sp>
      <p:sp>
        <p:nvSpPr>
          <p:cNvPr id="30" name="Action Button: Custom 29">
            <a:hlinkClick r:id="rId24" action="ppaction://hlinksldjump" highlightClick="1"/>
            <a:extLst>
              <a:ext uri="{FF2B5EF4-FFF2-40B4-BE49-F238E27FC236}">
                <a16:creationId xmlns:a16="http://schemas.microsoft.com/office/drawing/2014/main" id="{1848F196-0089-4BAF-8B28-51C2E7B1BFB2}"/>
              </a:ext>
            </a:extLst>
          </p:cNvPr>
          <p:cNvSpPr/>
          <p:nvPr/>
        </p:nvSpPr>
        <p:spPr>
          <a:xfrm>
            <a:off x="6097555" y="892626"/>
            <a:ext cx="2895600" cy="664032"/>
          </a:xfrm>
          <a:prstGeom prst="actionButtonBlank">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tIns="0" rIns="0" bIns="0" anchor="ctr"/>
          <a:lstStyle/>
          <a:p>
            <a:pPr algn="ctr" rtl="1" eaLnBrk="1" fontAlgn="auto" hangingPunct="1">
              <a:spcBef>
                <a:spcPts val="0"/>
              </a:spcBef>
              <a:spcAft>
                <a:spcPts val="0"/>
              </a:spcAft>
              <a:defRPr/>
            </a:pPr>
            <a:r>
              <a:rPr lang="ar-EG" sz="2400" b="1" dirty="0">
                <a:solidFill>
                  <a:srgbClr val="FFC000"/>
                </a:solidFill>
                <a:cs typeface="Times New Roman" pitchFamily="18" charset="0"/>
              </a:rPr>
              <a:t>1 طوباهم الذين بلا عيب</a:t>
            </a:r>
            <a:endParaRPr lang="en-US" sz="2400" b="1" dirty="0">
              <a:solidFill>
                <a:srgbClr val="FFC000"/>
              </a:solidFill>
            </a:endParaRPr>
          </a:p>
        </p:txBody>
      </p:sp>
      <p:sp>
        <p:nvSpPr>
          <p:cNvPr id="33860" name="Title 2">
            <a:extLst>
              <a:ext uri="{FF2B5EF4-FFF2-40B4-BE49-F238E27FC236}">
                <a16:creationId xmlns:a16="http://schemas.microsoft.com/office/drawing/2014/main" id="{FDDED761-DFDE-43FC-85C0-A020C75CD758}"/>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a:t>المزمور ال118</a:t>
            </a:r>
            <a:endParaRPr lang="en-US" alt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3DD34FCD-B5C4-4211-A86F-599CEA24911F}"/>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 </a:t>
            </a:r>
            <a:r>
              <a:rPr lang="ar-SA" altLang="ar-EG" sz="4800" b="1">
                <a:cs typeface="Times New Roman" panose="02020603050405020304" pitchFamily="18" charset="0"/>
              </a:rPr>
              <a:t>طوباهم الذين بلا عيب في الطريق، السالكون في ناموس الرب. طوباهم الذين يفحصون عن شهاداته، ومن قلوبهم يطلبونه، لأن صانعي الإثم لم يهووا أن يسلكوا في سبله. أنت أمرت أن تحفظ وصاياك جدا، فيا ليت طرقي تستقيم إلى حفظ حقوقك. حينئذ لا أخزى إذا ما اطلعت على جميع وصاياك. أشكرك يا رب باستقامة قلبي، إذ عرفت أحكام عدلك.</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1A858421-A34C-44B5-BFB5-491237A253A6}"/>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حقوقك أحفظ، فلا ترفضني إلى الغاية.</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2C7D8AAE-D973-46D4-88D7-73537EBF6EB0}"/>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053D31C6-B256-45AD-8B31-DEBA5A865FD1}"/>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E624A5E2-DA47-4D74-B687-8A3DC9D2856D}"/>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(2) </a:t>
            </a:r>
            <a:r>
              <a:rPr lang="ar-SA" altLang="ar-EG" sz="4800" b="1">
                <a:cs typeface="Times New Roman" panose="02020603050405020304" pitchFamily="18" charset="0"/>
              </a:rPr>
              <a:t>بماذا يقوم الشاب طريقه؟ بحفظه أقوالك. من كل قلبي طلبتك، فلا تبعدني عن وصاياك أخفيت أقوالك في قلبي لكي لا أخطئ إليك. مبارك أنت يا رب علمني حقوقك. بشفتي أظهرت كل أحكام فمك، وفرحت بطريق شهاداتك كما بكل غنى. بوصاياك أتكلم وأتفهم في طرقك، بفرائضك ألهج، ولا أنسى كلامك.</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55655880-3687-4C4E-AFA3-218327C42E31}"/>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E1EBA01F-B771-46A5-890D-2AF428EA31E3}"/>
              </a:ext>
            </a:extLst>
          </p:cNvPr>
          <p:cNvSpPr/>
          <p:nvPr/>
        </p:nvSpPr>
        <p:spPr>
          <a:xfrm flipH="1">
            <a:off x="35814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71A6CA4D-EFAB-4AFD-A8AF-C15EBC000FAD}"/>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(3) </a:t>
            </a:r>
            <a:r>
              <a:rPr lang="ar-SA" altLang="ar-EG" sz="4800" b="1">
                <a:cs typeface="Times New Roman" panose="02020603050405020304" pitchFamily="18" charset="0"/>
              </a:rPr>
              <a:t>كافئ عبدك فأحيا وأحفظ أقوالك. اكشف عن عيني فـأرى عجائب من ناموسك. غريب أنا في الأرض فلا تخفِ عنى وصاياك. اشتاقت نفسي إلى اشتهاء أحكامك في كل حين. إنك انتهرت المتكبرين الملاعين الذين حادوا عن وصاياك. انزع عنى العار والخزي فإني لشهاداتك ابتغيتُ. جلس الرؤساء وتقاولوا على، أما عبدك فكان يهتمُ بحقوقك، لأن شهاداتك هي درسي وحقوقك هي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68C2BB52-687C-4F30-BEAE-527CE6C52C9A}"/>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مشورتي</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AD675F0D-10DD-4BAA-B00A-76E57BC26341}"/>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7C3D33CC-0825-4865-BB46-E4F225FE5680}"/>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B06DD32D-E479-4719-A064-EE9300A29136}"/>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(4) </a:t>
            </a:r>
            <a:r>
              <a:rPr lang="ar-SA" altLang="ar-EG" sz="4800" b="1">
                <a:cs typeface="Times New Roman" panose="02020603050405020304" pitchFamily="18" charset="0"/>
              </a:rPr>
              <a:t>لصقت بالتراب نفسي فأحيني ككلمتك. أخبرت بطرقك فاستجب لي. علمني حقوقك، وطريق عدلك فهمني، فألهج في عجائبك. ذبلت نفسي من الحزن، فثبتني في أقوالك. طريق الظلم أبعد عنى وبناموسك ارحمني. إني اخترت طريق الحق وأحكامك لم أنس. لصقتُ بشهاداتك يا رب فلا تخزني. في طريق وصاياك سعيتُ عندما وسعتَ قلبي</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02878F88-068B-4BBE-B21C-4C571202F7CB}"/>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(5) </a:t>
            </a:r>
            <a:r>
              <a:rPr lang="ar-SA" altLang="ar-EG" sz="4800" b="1">
                <a:cs typeface="Times New Roman" panose="02020603050405020304" pitchFamily="18" charset="0"/>
              </a:rPr>
              <a:t>ضع لي يا رب ناموسا في طريق حقوقك فأتبعَه كل حين. فهمني فأبحث عن ناموسك وأحفظه بكل قلبي. اهدني في سبيل وصاياك فإني إياها هويت. أمل قلبي إلى شهاداتك لا إلى الظلم. اردد عيني لئلا تعاينا الأباطيل، وفى سبلك أحيني. ثبت قولك لعبدك في خوفك، وانزع عنى العار الذي حَذِرْتُ منه، فإن أحكامك حلوة. هاأنذا قد اشتهيتُ وصاياك، فأحيني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901D5A3-7739-4E07-A03C-632A03E5D4CE}"/>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ببرك</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6C1F937A-9AD8-40AA-9410-004CB8CB2978}"/>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BB43E375-B139-4313-A695-5B5DED7B2499}"/>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1017C32C-9064-4047-ABF6-E20C0FA4370F}"/>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(6) </a:t>
            </a:r>
            <a:r>
              <a:rPr lang="ar-SA" altLang="ar-EG" sz="4800" b="1">
                <a:cs typeface="Times New Roman" panose="02020603050405020304" pitchFamily="18" charset="0"/>
              </a:rPr>
              <a:t>لتأت عليّ رحمتك يا رب وخلاصك كقولك. فأجيب معيري بكلمة. لأني اتكلت على أقوالك، لا تنزع من فمي قول الحق، لأني توكلت على أحكامك، واحفظ شريعتك في كل حين، إلى الأبد والى مدى الدهر. كنتُ أسلك في السعة لأني لوصاياك ابتغيتُ. وتكلمت بشهاداتك قدام الملوك ولم أخزَ. ولهجتُ بوصاياك التي أحببتُها جدا، ورفعت يدي إلى وصاياك التي وددتُها</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357BC952-2B17-476B-925C-B43A6B5393C1}"/>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جدا. وتأملتُ فرائضك.</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910FD2CD-93CA-43DF-8AE5-38954283DD58}"/>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EC9FDCBF-6D91-405D-B905-F1987EF00998}"/>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7183847E-8CCD-4BCD-95FD-5F3132F73BB8}"/>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(7) </a:t>
            </a:r>
            <a:r>
              <a:rPr lang="ar-SA" altLang="ar-EG" sz="4800" b="1">
                <a:cs typeface="Times New Roman" panose="02020603050405020304" pitchFamily="18" charset="0"/>
              </a:rPr>
              <a:t>اذكر لعبدك كلامك الذي جعلتني عليه أتكل. هذا الذي عزاني في مذلتي. لأن قولك أحياني. إن المتكبرين تجاوزوا الناموس إلى الغاية، أما أنا فعن ناموسك لم أمِل. تذكرتُ أحكامك يا رب منذ الدهر فتعزيتُ. الكآبة ملكتني من أجل الخطاة الذين تركوا ناموسك. حقوقك كانت لي مزاميرَ في موضع غربتي. ذكرتُ في الليل اسمك يا رب، وحفظت شريعتك. هذا صار لي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a:extLst>
              <a:ext uri="{FF2B5EF4-FFF2-40B4-BE49-F238E27FC236}">
                <a16:creationId xmlns:a16="http://schemas.microsoft.com/office/drawing/2014/main" id="{24C8BA66-8D84-4CE8-90E0-66E731B11452}"/>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لأني طلبت حقوقك.</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C9ECA350-69E6-49F6-A579-F3CA65A586C3}"/>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4606BFC7-F712-4CA2-875A-F37A88919381}"/>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6B253B4E-3E94-4967-AB07-A8FCA318FAA9}"/>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(8) </a:t>
            </a:r>
            <a:r>
              <a:rPr lang="ar-SA" altLang="ar-EG" sz="4800" b="1">
                <a:cs typeface="Times New Roman" panose="02020603050405020304" pitchFamily="18" charset="0"/>
              </a:rPr>
              <a:t>نصيبي أنت يا رب فقلت أن أحفظ وصاياك. ترضيت وجهك بكل قلبي، فارحمني كقولك. لأني تفكرت في طرقك ورددت قدمي إلى شهاداتك. تهيأت ولم أتوانَ لحفظ وصاياك. رباطات الخطاة التفت على، أما شريعتك فلم أنسَها. في نصف الليل نهضت لأشكرك على أحكام عدلك. شريك أنا لكل الذين يخافونك، وللحافظين وصاياك. من رحمتك يا رب امتلأت</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B526A1A4-73F0-4BE8-B56C-6078B59465F5}"/>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الأرضُ فعلمني عدلك</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E3C94B1C-6FE7-41F1-9BB4-6244121DDA1B}"/>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3F26FF05-48A7-412C-AF6D-F93C1B3A0F4B}"/>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18426134-88AB-41C0-A510-512EEEAE552E}"/>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(9) </a:t>
            </a:r>
            <a:r>
              <a:rPr lang="ar-SA" altLang="ar-EG" sz="4800" b="1">
                <a:cs typeface="Times New Roman" panose="02020603050405020304" pitchFamily="18" charset="0"/>
              </a:rPr>
              <a:t>خيرا صنعتَ مع عبدك يا رب حسب قولك، صلاحا وأدبا ومعرفة، علمني فإني قد صدقت وصاياك. قبل أن أتواضع أنا تكاسلتُ. فلهذا حفظتُ كلامك. صالح أنت يا رب فبصلاحك علمني حقوقك. كثر عليّ ظلم المتكبرين، وأنا بكل قلبي أبحث عن وصاياك. تجبن مثل اللبن قلبهم، وأنا لهجت بناموسك. خير لي أنك أذللتني حتى أتعلمَ حقوقك. ناموس فمك خير لي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A0EAD740-21F6-4A05-8067-6219F261D51C}"/>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من ألوف ذهب وفضة</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65732018-58C4-4226-AA08-F6983EF829DF}"/>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DF131F5F-D17D-41D4-B207-D13773031ED4}"/>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20EF7402-0057-4ABD-9060-5711E522AAD2}"/>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(10) </a:t>
            </a:r>
            <a:r>
              <a:rPr lang="ar-SA" altLang="ar-EG" sz="4800" b="1">
                <a:cs typeface="Times New Roman" panose="02020603050405020304" pitchFamily="18" charset="0"/>
              </a:rPr>
              <a:t>يداك صنعتاني وجبلتاني. فهمني فأتعلم وصاياك. الذين يخافونك يبصرونني ويفرحون، لأني بكلامك وثقت. قد علمتُ يا رب أن أحكامك عادلة وبحق أذللتني. فلتأتِ عليّ رحمتك لتعزيني، نظير قولك لعبدك. لتأتني رأفتك فأحيا فإن ناموسك هو درسي. وليخز المتكبرون لأنهم خالفوا الشرع عليّ ظلما، وأنا كنت مثابرا على وصاياك. وليرجع إليّ الذين يتقونك ويعرفون عجائبك، وليصر قلبي بلا عيب في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61D5BD75-D432-4BF9-9463-005FFE6A0655}"/>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عدلك لكي لا أخزي</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79ACF51A-95F5-4D92-9F61-78601CDA87D0}"/>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A9509CB0-6B27-45FA-BAD1-4B8611183F7E}"/>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BB4A10A2-16A5-45A0-87F7-0A1791BAC60C}"/>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(11) </a:t>
            </a:r>
            <a:r>
              <a:rPr lang="ar-SA" altLang="ar-EG" sz="4800" b="1">
                <a:cs typeface="Times New Roman" panose="02020603050405020304" pitchFamily="18" charset="0"/>
              </a:rPr>
              <a:t>تاقت نفسي إلى خلاصك وعلى كلامك توكلت. كلت عيناي من انتظار أقوالك قائلتين: متى تعزيني ؟ صرتُ مثل زق في جليد ولحقوقك لم أنس. كم هي أيام عبدك ؟ متى تجري لي حكما على الذين يضطهدونني؟ تكلم معي مخالفو الناموس بكلام هذيان، لكن ليس كناموسك يا رب، لأن كل وصاياك هي حق. وبظلم قد طردوني فأعني؟ كادوا يفنونني على الأرض، أما أنا فلم أترك وصاياك. حسب</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90ACAB46-AB23-4068-A895-41072FBB2014}"/>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رحمتك أحيني فأحفظ شهادات فمك</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B635542B-22AC-4DCF-B8E1-518C4368D7EE}"/>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FCE40550-F012-4AA2-866E-B1EFFDB47A81}"/>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id="{B0234828-F5A9-4530-BF8A-615A70844D1B}"/>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(12) </a:t>
            </a:r>
            <a:r>
              <a:rPr lang="ar-SA" altLang="ar-EG" sz="4800" b="1">
                <a:cs typeface="Times New Roman" panose="02020603050405020304" pitchFamily="18" charset="0"/>
              </a:rPr>
              <a:t>يا رب كلمتك دائمة في السموات إلى الأبد، وإلى جيل فجيل حقك. أسست الأرض فهي ثابتة بأمرك، والنهار أيضا ثابت. لأن كل الأشياء متعبدة لك. لو لم تكن شريعتك تلاوتي لهلكتُ حينئذ في مذلتي. وإلى الدهر لا أنسى وصاياك لأنك بها أحييتني يا رب. لك أنا فخلصني يا رب، لأني لوصاياك طلبتُ. إياي انتظر الخطاة ليهلكوني، ولشهاداتك فهمت.</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85451D5F-9F51-4ECC-925A-5DCEC2499AFE}"/>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لكل تمام رأيت منتهى أما وصاياك فواسعة جدا.</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C9E0212C-04F6-4C4E-80B3-2D433A9949F8}"/>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9CB64171-E2D8-42FB-9976-BA42602A43D5}"/>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a:extLst>
              <a:ext uri="{FF2B5EF4-FFF2-40B4-BE49-F238E27FC236}">
                <a16:creationId xmlns:a16="http://schemas.microsoft.com/office/drawing/2014/main" id="{85780222-FF24-4F03-9D89-8C47B1AD8DB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(13) </a:t>
            </a:r>
            <a:r>
              <a:rPr lang="ar-SA" altLang="ar-EG" sz="4800" b="1">
                <a:cs typeface="Times New Roman" panose="02020603050405020304" pitchFamily="18" charset="0"/>
              </a:rPr>
              <a:t>محبوب هو اسمك يا رب، فهو طولَ النهار تلاوتي. علمتني وصاياك أفضل من أعدائي، لأنها ثابتة لي إلى الأبد. أكثر من جميع الذين يعلمونني فهمتُ، لأن شهادتك هي درسي. أكثر من الشيوخ فهمتُ، لأني طلبتُ وصاياك. من كل طريق خبيث منعتُ رجليّ لكي أحفظ كلامك. عن كلامك لم أحد، لأنك وضعتَ لي ناموسا. إن كلماتك حلوة في حلقي، أفضل من العسل والشهد في فمي. من وصاياك</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a:extLst>
              <a:ext uri="{FF2B5EF4-FFF2-40B4-BE49-F238E27FC236}">
                <a16:creationId xmlns:a16="http://schemas.microsoft.com/office/drawing/2014/main" id="{214F61EE-C775-4120-BAB4-A0D2746DAA45}"/>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تفطنتُ، فلهذا أبغضت كل طرق الظلم. </a:t>
            </a:r>
            <a:br>
              <a:rPr lang="ar-EG" altLang="ar-EG" sz="4800" b="1">
                <a:cs typeface="Times New Roman" panose="02020603050405020304" pitchFamily="18" charset="0"/>
              </a:rPr>
            </a:br>
            <a:r>
              <a:rPr lang="ar-SA" altLang="ar-EG" sz="4800" b="1">
                <a:cs typeface="Times New Roman" panose="02020603050405020304" pitchFamily="18" charset="0"/>
              </a:rPr>
              <a:t>(لأنك وضعتَ لي ناموسًا).</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02E3A19F-6508-46EC-94C2-999ED40D17BE}"/>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311B99B3-24AA-4047-BBA0-CBCD401D0249}"/>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a:extLst>
              <a:ext uri="{FF2B5EF4-FFF2-40B4-BE49-F238E27FC236}">
                <a16:creationId xmlns:a16="http://schemas.microsoft.com/office/drawing/2014/main" id="{8AE2AA8B-E3DE-4353-A42D-3D49CC6149C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(14) </a:t>
            </a:r>
            <a:r>
              <a:rPr lang="ar-SA" altLang="ar-EG" sz="4800" b="1">
                <a:cs typeface="Times New Roman" panose="02020603050405020304" pitchFamily="18" charset="0"/>
              </a:rPr>
              <a:t>مصباح لرجلي كلامك ونور لسبلي. حلفت فأقمت على حفظ أحكام عدلك. تذللت جدا إلى الغاية يا رب، أحيني كقولك. تعهدات فمي باركها يا رب، وأحكامك علمني. نفسي في يديك كل حين، وناموسك لم أنسَ، أخفى الخطاة لي فخا، ولم أضل عن وصاياك. ورثت شهاداتك إلى الأبد، لأنها بهجة قلبي. عطفت قلبي لأصنع برك إلى الأبد (من أجل المكافأة).</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C26EAE50-1122-4D5E-906C-D84E2B19D6B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(15) </a:t>
            </a:r>
            <a:r>
              <a:rPr lang="ar-SA" altLang="ar-EG" sz="4800" b="1">
                <a:cs typeface="Times New Roman" panose="02020603050405020304" pitchFamily="18" charset="0"/>
              </a:rPr>
              <a:t>لمتجاوزي الناموس أبغضتُ ولناموسك أحببت. لأنك أنت معيني وناصري. وعلى كلامك توكلت. ابعدوا عني أيها الأشرار فأفحص عن وصايا إلهي. عضدني حسب قولك فأحيا ولا تخيب رجائي. أعني فأخلص، وأدرس في وصاياك كل حين. رذلتَ سائر الذين حادوا عن وصاياك لأن فكرهم ظلم. عصاة حسبتَ سائر خطاة الأرض، فلهذا أحببتُ شهاداتك في كل حين. سمر خوفك في لحمي لأني من</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897CD194-D8E9-4AD8-A88A-58EE9E410273}"/>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أحكامك جزعتُ.</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F3ACD286-87D5-4A9D-8ABA-518DDA97976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12E8094F-9E76-4551-9093-332606BBB289}"/>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B7A96DBC-A7C6-4C71-8064-824239C8736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(16) </a:t>
            </a:r>
            <a:r>
              <a:rPr lang="ar-SA" altLang="ar-EG" sz="4800" b="1">
                <a:cs typeface="Times New Roman" panose="02020603050405020304" pitchFamily="18" charset="0"/>
              </a:rPr>
              <a:t>قد أجريتُ حكما وعدلا فلا تسلمني إلى الذين يظلمونني. كن لعبدك كفيلا في الخير، لئلا يجوزَ عليّ المتكبرون. عيناي قد ذبلتا من انتظار خلاصك وقول عدلك. اصنع مع عبدك حسب رحمتك، وحقوقك علمني. عبدك أنا، فهمني فأعرف شهاداتك. إنه وقتٌ يعمل فيه للرب، لأنهم قد نقضوا ناموسك. لأجل هذا أحببتُ وصاياك أفضل من الذهب والجوهر، ولأجل هذا بازاء كل وصاياك تقومتُ،</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a16="http://schemas.microsoft.com/office/drawing/2014/main" id="{C5DED7D2-0DD3-46D9-B0F0-31CE24409681}"/>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وكل</a:t>
            </a:r>
            <a:r>
              <a:rPr lang="ar-EG" altLang="ar-EG" sz="4800" b="1">
                <a:cs typeface="Times New Roman" panose="02020603050405020304" pitchFamily="18" charset="0"/>
              </a:rPr>
              <a:t> </a:t>
            </a:r>
            <a:r>
              <a:rPr lang="ar-SA" altLang="ar-EG" sz="4800" b="1">
                <a:cs typeface="Times New Roman" panose="02020603050405020304" pitchFamily="18" charset="0"/>
              </a:rPr>
              <a:t>طريق ظلم أبغضتُ.</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E370DD61-39D4-4C8D-91CF-52F2747180AC}"/>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10C257CA-A8D7-4C75-9D0A-2453C342B988}"/>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a:extLst>
              <a:ext uri="{FF2B5EF4-FFF2-40B4-BE49-F238E27FC236}">
                <a16:creationId xmlns:a16="http://schemas.microsoft.com/office/drawing/2014/main" id="{54FBD53A-0543-4794-8EA4-2FAD87D7748A}"/>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(17) </a:t>
            </a:r>
            <a:r>
              <a:rPr lang="ar-SA" altLang="ar-EG" sz="4800" b="1">
                <a:cs typeface="Times New Roman" panose="02020603050405020304" pitchFamily="18" charset="0"/>
              </a:rPr>
              <a:t>عجيبة هي شهاداتك لذلك حفظتها نفسي. إعلان أقوالك ينير لي، ويفهم الأطفال والصغار. فتحت فهمي واجتذبتُ لي روحا، لأني لوصاياك اشتقتُ. انظر إليّ وارحمني كرحمتك للذين يحبون اسمك. قوم خطواتي كقولك فلا يتسلط على أيُّ إثم. أنقذني من ظلم الناس فأحفظ وصاياك. أضئ بوجهك على عبدك وعلمني حقوقك. غاصت عيناي في</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a:extLst>
              <a:ext uri="{FF2B5EF4-FFF2-40B4-BE49-F238E27FC236}">
                <a16:creationId xmlns:a16="http://schemas.microsoft.com/office/drawing/2014/main" id="{E20BAA7E-6445-4C83-9EC4-1F139C1DBC6E}"/>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مجاري المياه، لأنهم لم يحفظوا ناموسك.</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971AFB48-D598-4C9C-B769-71BC93DB31FC}"/>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AD809BD9-606E-46F7-B632-B32200712474}"/>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a:extLst>
              <a:ext uri="{FF2B5EF4-FFF2-40B4-BE49-F238E27FC236}">
                <a16:creationId xmlns:a16="http://schemas.microsoft.com/office/drawing/2014/main" id="{C69F940B-2FB5-4CAF-94FC-4AA068062282}"/>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(18) </a:t>
            </a:r>
            <a:r>
              <a:rPr lang="ar-SA" altLang="ar-EG" sz="4800" b="1">
                <a:cs typeface="Times New Roman" panose="02020603050405020304" pitchFamily="18" charset="0"/>
              </a:rPr>
              <a:t>عادل أنت يا رب وقضاؤك مستقيم. أوصيتَ كثيرا بالعدل والحق اللذين هما شهاداتك. غيرة بيتك أكلتني، لأن أعدائي نسوا وصاياك. ممحص قولك جدا، وعبدك أحبه. صغيرٌ أنا ومرذول وحقوقك لم أنسَ. عدلك حق هو إلى الأبد، وكلامك حق هو. ضيق وشدة أدركاني، ووصاياك هي درسي. عادلة هي شهاداتك إلى الأبد. فهمني فأحيا.</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2">
            <a:extLst>
              <a:ext uri="{FF2B5EF4-FFF2-40B4-BE49-F238E27FC236}">
                <a16:creationId xmlns:a16="http://schemas.microsoft.com/office/drawing/2014/main" id="{89F24C48-D9A2-4A06-9F7C-793C08B0428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(19) </a:t>
            </a:r>
            <a:r>
              <a:rPr lang="ar-SA" altLang="ar-EG" sz="4800" b="1">
                <a:cs typeface="Times New Roman" panose="02020603050405020304" pitchFamily="18" charset="0"/>
              </a:rPr>
              <a:t>صرخت من كل قلبي، فاستجب لي يا رب. إني أبتغي حقوقك. صرختُ إليك فخلصني، لأحفظ شهاداتك. سبقتُ وقمتُ قبل الوقتِ وصرخت، وعلى كلامك توكلتُ. سبقتْ عيناي وقت السحَر، لأتلو في جميع أقوالك، فاسمع صوتي يا رب كرحمتك، وبحسب أحكامك أحيني. اقترب بالإثم الذين يطردونني، وعن ناموسك ابتعدوا. قريب أنت يا رب، وكل وصاياك حق هي. منذ البدء عرفتُ من</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a:extLst>
              <a:ext uri="{FF2B5EF4-FFF2-40B4-BE49-F238E27FC236}">
                <a16:creationId xmlns:a16="http://schemas.microsoft.com/office/drawing/2014/main" id="{5450C183-9A25-42B7-B5CA-18773CFDB13C}"/>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شهاداتك أنك إلى الدهر أسستها.</a:t>
            </a:r>
            <a:r>
              <a:rPr lang="ar-EG" altLang="ar-EG" sz="4800" b="1">
                <a:cs typeface="Times New Roman" panose="02020603050405020304" pitchFamily="18" charset="0"/>
              </a:rPr>
              <a:t> </a:t>
            </a: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BAA6B4B4-6AA1-48E4-B355-49DC40CBBE30}"/>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9A89AC43-52D5-4038-B765-19804D277BA8}"/>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798F17CE-3FCB-4E04-9E52-8666671E039A}"/>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(20) </a:t>
            </a:r>
            <a:r>
              <a:rPr lang="ar-SA" altLang="ar-EG" sz="4800" b="1">
                <a:cs typeface="Times New Roman" panose="02020603050405020304" pitchFamily="18" charset="0"/>
              </a:rPr>
              <a:t>انظر إلى مذلتي وأنقذني، فإني لم أنس ناموسك. احكم لي في دعواي ونجني. من أجل كلامك أحيني. بعيد هو الخلاص عن الخطاة، لأنهم لم يطلبوا حقوقك. رأفتك كثيرة جدا يا رب. حسب أحكامك أحيني. كثيرون هُمُ الذين يضطهدونني ويحزنونني، وعن شهاداتك </a:t>
            </a:r>
            <a:br>
              <a:rPr lang="ar-EG" altLang="ar-EG" sz="4800" b="1">
                <a:cs typeface="Times New Roman" panose="02020603050405020304" pitchFamily="18" charset="0"/>
              </a:rPr>
            </a:br>
            <a:r>
              <a:rPr lang="ar-SA" altLang="ar-EG" sz="4800" b="1">
                <a:cs typeface="Times New Roman" panose="02020603050405020304" pitchFamily="18" charset="0"/>
              </a:rPr>
              <a:t>لم أجنح. رأيت الذين لا يفهمون فاكتأبت، لأنهم لأقوالك لم يحفظوا. انظر يا رب، فإني أحببت وصاياك. برحمتك يا رب أحيني. </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id="{0B118590-E38E-4B26-8AC6-EDE727F6A543}"/>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بدء كلامك حقٌ، وإلي الأبد كل أحكام عدلك.</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2E34D764-BE4D-47F5-98F5-8C9BC575B6D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B74A2E63-567B-4ACD-A3E8-43F0D7B1F579}"/>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id="{662B66B2-F6A3-4839-8BB3-07A799E29D03}"/>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(21) </a:t>
            </a:r>
            <a:r>
              <a:rPr lang="ar-SA" altLang="ar-EG" sz="4800" b="1">
                <a:cs typeface="Times New Roman" panose="02020603050405020304" pitchFamily="18" charset="0"/>
              </a:rPr>
              <a:t>الرؤساء اضطهدوني بلا سبب. من أقوالك جزع قلبي. أبتهج أنا بكلامك كمن وجد غنائمَ كثيرة. أبغضتُ الظلم ورذلته، أما ناموسك فأحببته. سبع مرات في النهار سبحتك على أحكام عدلك. فليكن سلام عظيم للذين يحبون اسمك، وليس لهم شك. توقعتُ خلاصك يا رب ووصاياك أحببتها. حفظتْ نفسي شهاداتك وأحببتها جدا. حفظتُ وصاياك</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a:extLst>
              <a:ext uri="{FF2B5EF4-FFF2-40B4-BE49-F238E27FC236}">
                <a16:creationId xmlns:a16="http://schemas.microsoft.com/office/drawing/2014/main" id="{702C37E8-7FDD-4EA7-A5FD-D4C7478516B8}"/>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وشهاداتك، وكل طرقي أمامك يا رب.</a:t>
            </a:r>
            <a:br>
              <a:rPr lang="ar-EG" altLang="ar-EG" sz="4800" b="1">
                <a:cs typeface="Times New Roman" panose="02020603050405020304" pitchFamily="18" charset="0"/>
              </a:rPr>
            </a:br>
            <a:r>
              <a:rPr lang="ar-EG" altLang="ar-EG" sz="4800" b="1">
                <a:solidFill>
                  <a:srgbClr val="FFC000"/>
                </a:solidFill>
                <a:cs typeface="Times New Roman" panose="02020603050405020304" pitchFamily="18" charset="0"/>
              </a:rPr>
              <a:t>(ذكصاسي فيلان إثروبي..</a:t>
            </a:r>
            <a:r>
              <a:rPr lang="ar-SA" altLang="ar-EG" sz="4800" b="1">
                <a:solidFill>
                  <a:srgbClr val="FFC000"/>
                </a:solidFill>
                <a:cs typeface="Times New Roman" panose="02020603050405020304" pitchFamily="18" charset="0"/>
              </a:rPr>
              <a:t> المجد لك يا محب البشر</a:t>
            </a:r>
            <a:r>
              <a:rPr lang="ar-EG" altLang="ar-EG" sz="4800" b="1">
                <a:solidFill>
                  <a:srgbClr val="FFC000"/>
                </a:solidFill>
                <a:cs typeface="Times New Roman" panose="02020603050405020304" pitchFamily="18" charset="0"/>
              </a:rPr>
              <a:t>)</a:t>
            </a:r>
            <a:endParaRPr lang="ar-SA" altLang="ar-EG" sz="4800" b="1">
              <a:solidFill>
                <a:srgbClr val="FFC000"/>
              </a:solidFill>
              <a:cs typeface="Times New Roman" panose="02020603050405020304" pitchFamily="18" charset="0"/>
            </a:endParaRPr>
          </a:p>
        </p:txBody>
      </p:sp>
      <p:sp>
        <p:nvSpPr>
          <p:cNvPr id="3" name="Rectangle 2">
            <a:hlinkClick r:id="rId2" action="ppaction://hlinksldjump"/>
            <a:extLst>
              <a:ext uri="{FF2B5EF4-FFF2-40B4-BE49-F238E27FC236}">
                <a16:creationId xmlns:a16="http://schemas.microsoft.com/office/drawing/2014/main" id="{9CA6BC6E-209E-4FEE-A01C-C32750DFB8B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64B6D26A-72D3-4B62-A51D-057D21488F30}"/>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BD4CE862-4A78-47F5-84E9-C4104D19A2EF}"/>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solidFill>
                  <a:srgbClr val="FFC000"/>
                </a:solidFill>
                <a:latin typeface="Abraam" pitchFamily="2" charset="0"/>
                <a:cs typeface="Times New Roman" panose="02020603050405020304" pitchFamily="18" charset="0"/>
              </a:rPr>
              <a:t>(22) </a:t>
            </a:r>
            <a:r>
              <a:rPr lang="ar-SA" altLang="ar-EG" sz="4800" b="1">
                <a:cs typeface="Times New Roman" panose="02020603050405020304" pitchFamily="18" charset="0"/>
              </a:rPr>
              <a:t>فلتدن وسيلتي قدامك يا رب، كقولك فهمني. فلتدخل طلبتي إلى حضرتك يا رب، ككلمتك أحيني. تفيض شفتاي السبح إذا ما علمتني حقوقك. لساني ينطق بأقوالك لأن جميع وصاياك عادلة. لتكن يدك لخلاصي لأنني اشتهيت وصاياك. اشتقتُ إلى خلاصك يا رب، وناموسك هو تلاوتي. تحيا نفسي وتسبحك، وأحكامك تعينيني. ضللت مثل الخروف الضال،</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a:extLst>
              <a:ext uri="{FF2B5EF4-FFF2-40B4-BE49-F238E27FC236}">
                <a16:creationId xmlns:a16="http://schemas.microsoft.com/office/drawing/2014/main" id="{5CD840FC-E2C3-4134-872F-AD83A1A5B246}"/>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فاطلب عبدك، فإني لوصاياك لم أنسَ.</a:t>
            </a:r>
          </a:p>
        </p:txBody>
      </p:sp>
      <p:sp>
        <p:nvSpPr>
          <p:cNvPr id="3" name="Rectangle 2">
            <a:hlinkClick r:id="rId2" action="ppaction://hlinksldjump"/>
            <a:extLst>
              <a:ext uri="{FF2B5EF4-FFF2-40B4-BE49-F238E27FC236}">
                <a16:creationId xmlns:a16="http://schemas.microsoft.com/office/drawing/2014/main" id="{D065F96F-9782-4A2A-BB4C-0ADACAD4BCCB}"/>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الأولى</a:t>
            </a:r>
            <a:endParaRPr lang="en-US" sz="4000" b="1" dirty="0">
              <a:solidFill>
                <a:schemeClr val="bg1"/>
              </a:solidFill>
            </a:endParaRPr>
          </a:p>
        </p:txBody>
      </p:sp>
      <p:sp>
        <p:nvSpPr>
          <p:cNvPr id="4" name="Rectangle 3">
            <a:hlinkClick r:id="rId3" action="ppaction://hlinksldjump"/>
            <a:extLst>
              <a:ext uri="{FF2B5EF4-FFF2-40B4-BE49-F238E27FC236}">
                <a16:creationId xmlns:a16="http://schemas.microsoft.com/office/drawing/2014/main" id="{10B2118E-8F2B-44F6-8AE3-58394D353138}"/>
              </a:ext>
            </a:extLst>
          </p:cNvPr>
          <p:cNvSpPr/>
          <p:nvPr/>
        </p:nvSpPr>
        <p:spPr>
          <a:xfrm flipH="1">
            <a:off x="6324600" y="6093976"/>
            <a:ext cx="27432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المزمور ال118</a:t>
            </a:r>
            <a:endParaRPr lang="en-US" sz="4000" b="1" dirty="0">
              <a:solidFill>
                <a:schemeClr val="bg1"/>
              </a:solidFill>
            </a:endParaRPr>
          </a:p>
        </p:txBody>
      </p:sp>
      <p:sp>
        <p:nvSpPr>
          <p:cNvPr id="75785" name="TextBox 3">
            <a:extLst>
              <a:ext uri="{FF2B5EF4-FFF2-40B4-BE49-F238E27FC236}">
                <a16:creationId xmlns:a16="http://schemas.microsoft.com/office/drawing/2014/main" id="{8B0A33BC-4228-48D7-91A0-46C28270EE26}"/>
              </a:ext>
            </a:extLst>
          </p:cNvPr>
          <p:cNvSpPr txBox="1">
            <a:spLocks noChangeArrowheads="1"/>
          </p:cNvSpPr>
          <p:nvPr/>
        </p:nvSpPr>
        <p:spPr bwMode="auto">
          <a:xfrm>
            <a:off x="0" y="76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403B379-AAF2-454D-9FFB-F65F9C3BE43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r>
              <a:rPr lang="ar-EG" altLang="ar-EG" sz="4800"/>
              <a:t>إنجيل الخدمة الأولى </a:t>
            </a:r>
            <a:r>
              <a:rPr lang="ar-SA" altLang="ar-EG" sz="4800"/>
              <a:t>(إنجيل متى 25: 1-13)</a:t>
            </a:r>
            <a:endParaRPr lang="en-US" altLang="ar-EG" sz="4800"/>
          </a:p>
        </p:txBody>
      </p:sp>
      <p:sp>
        <p:nvSpPr>
          <p:cNvPr id="76803" name="Content Placeholder 2">
            <a:extLst>
              <a:ext uri="{FF2B5EF4-FFF2-40B4-BE49-F238E27FC236}">
                <a16:creationId xmlns:a16="http://schemas.microsoft.com/office/drawing/2014/main" id="{4B93B531-0C60-40D0-8E97-A2BCBD91F94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حينئذٍ، يشبه ملكوت السموات عشر عذارى أخذن مصابيحهن وخرجن لاستقبال العريس. خمس منهن كن جاهلات وخمس حكيمات. فأخذت الجاهلات مصابيحَهن ولم يأخذن معهن زيتا. وأما الحكيمات فأخذن زيتا في آنيتهن مع مصابيحهن. ولما أبطأ العريس نعسن كلهن ونمن. ولما انتصف الليل صار صراخ: هوذا العريس قد أقبل فقمن وأخرجن للقائه.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id="{5329C06D-98E1-4CAE-A27E-F82DC681848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حينئذ قامت أولئك العذارى جميعا وزينَّ مصابيحهن. فقالت الجاهلات للحكيمات أعطيننا من زيتكن فإن مصابيحنا تنطفئ. فأجابت الحكيمات قائلات: لعله لا يكفينا وإياكن، فاذهبن بالحري إلى الباعة وابتعن لكن. فلما ذهبن ليبتعن جاء العريس والمستعدات دخلن معه إلى العرس وأغلِق الباب. وأخيرا جاءت بقية العذارى أيضا قائلات: ربنا ربنا افتح لنا. أما هو فأجاب وقال: الحق أقول لكن إني لا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a:extLst>
              <a:ext uri="{FF2B5EF4-FFF2-40B4-BE49-F238E27FC236}">
                <a16:creationId xmlns:a16="http://schemas.microsoft.com/office/drawing/2014/main" id="{B89A5BE9-B901-45B5-93C2-D882C83955B0}"/>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أعرفكن. فاسهروا إذ</a:t>
            </a:r>
            <a:r>
              <a:rPr lang="ar-EG" altLang="ar-EG" sz="4800" b="1">
                <a:cs typeface="Times New Roman" panose="02020603050405020304" pitchFamily="18" charset="0"/>
              </a:rPr>
              <a:t>ًا</a:t>
            </a:r>
            <a:r>
              <a:rPr lang="ar-SA" altLang="ar-EG" sz="4800" b="1">
                <a:cs typeface="Times New Roman" panose="02020603050405020304" pitchFamily="18" charset="0"/>
              </a:rPr>
              <a:t> لأنكم لا تعرفون اليوم ولا الساعة التي يأتي فيها ابن الإنسان.</a:t>
            </a:r>
          </a:p>
        </p:txBody>
      </p:sp>
      <p:sp>
        <p:nvSpPr>
          <p:cNvPr id="78851" name="TextBox 3">
            <a:extLst>
              <a:ext uri="{FF2B5EF4-FFF2-40B4-BE49-F238E27FC236}">
                <a16:creationId xmlns:a16="http://schemas.microsoft.com/office/drawing/2014/main" id="{32E884DA-3F31-4648-9B32-498E177F9849}"/>
              </a:ext>
            </a:extLst>
          </p:cNvPr>
          <p:cNvSpPr txBox="1">
            <a:spLocks noChangeArrowheads="1"/>
          </p:cNvSpPr>
          <p:nvPr/>
        </p:nvSpPr>
        <p:spPr bwMode="auto">
          <a:xfrm>
            <a:off x="0" y="1524000"/>
            <a:ext cx="342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CCB16D30-EB98-4E18-A138-790E45A08F0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الخدمة الأولى</a:t>
            </a:r>
            <a:endParaRPr lang="en-US" altLang="ar-EG" sz="4800"/>
          </a:p>
        </p:txBody>
      </p:sp>
      <p:sp>
        <p:nvSpPr>
          <p:cNvPr id="79875" name="Content Placeholder 2">
            <a:extLst>
              <a:ext uri="{FF2B5EF4-FFF2-40B4-BE49-F238E27FC236}">
                <a16:creationId xmlns:a16="http://schemas.microsoft.com/office/drawing/2014/main" id="{7C599B98-AC7F-40A2-A93F-063376814C54}"/>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ها هو ذا العريس يأتي في نصف الليل، طوبى للعبد الذي يجده مستيقظا. أما الذي يجده متغافلا، فإنه غير مستحق المضي معه. فانظري يا نفسي لئلا تثقلي نوما، فتلقي خارج الملكوت. بل اسهري واصرخي قائلة: قدوس قدوس قدوس أنت يا الله، من أجل والدة الإله ارحمنا</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r>
              <a:rPr lang="ar-EG" altLang="ar-EG" sz="4800" b="1">
                <a:solidFill>
                  <a:srgbClr val="FFC000"/>
                </a:solidFill>
                <a:cs typeface="Times New Roman" panose="02020603050405020304" pitchFamily="18" charset="0"/>
              </a:rPr>
              <a:t>... </a:t>
            </a:r>
            <a:r>
              <a:rPr lang="ar-SA" altLang="ar-EG" sz="4800" b="1">
                <a:solidFill>
                  <a:srgbClr val="FFC000"/>
                </a:solidFill>
                <a:cs typeface="Times New Roman" panose="02020603050405020304" pitchFamily="18" charset="0"/>
              </a:rPr>
              <a:t>)</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a:extLst>
              <a:ext uri="{FF2B5EF4-FFF2-40B4-BE49-F238E27FC236}">
                <a16:creationId xmlns:a16="http://schemas.microsoft.com/office/drawing/2014/main" id="{04E749E2-F034-4FC6-B932-C0F2F0FD78CA}"/>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تفهمي يا نفسي ذلك اليومَ الرهيب واستيقظي، وأضيئي مصباحك بزيت البهجة. لأنك لا تعلمين متى يأتي نحوك الصوت القائل: ها هو ذا العريس قد أقبل. فانظري يا نفسي لا تنعسي، لئلا تقفي خارجا قارعة مثل الخمس العذارى الجاهلات، بل اسهري متضرعة لكي تلتقي المسيح الرب بدهن دسم، وينعم عليك بعرس مجده الإلهي الحقيقي</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2">
            <a:extLst>
              <a:ext uri="{FF2B5EF4-FFF2-40B4-BE49-F238E27FC236}">
                <a16:creationId xmlns:a16="http://schemas.microsoft.com/office/drawing/2014/main" id="{D8CE98A0-6D35-4DDE-BC9A-9A5259375BDA}"/>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EG" altLang="ar-EG" sz="4800" b="1">
                <a:cs typeface="Times New Roman" panose="02020603050405020304" pitchFamily="18" charset="0"/>
              </a:rPr>
              <a:t>أ</a:t>
            </a:r>
            <a:r>
              <a:rPr lang="ar-SA" altLang="ar-EG" sz="4800" b="1">
                <a:cs typeface="Times New Roman" panose="02020603050405020304" pitchFamily="18" charset="0"/>
              </a:rPr>
              <a:t>نت هي سور خلاصنا يا والدة الإله العذراء الحصن المنيع غير المنثلم أبطلي مشورة المعاندين، وحزن عبيدك رديه إلى فرح وحصني مدينتنا (ديرنا) وعن ملوكنا (رؤسائنا) حاربي، وتشفعي عن سلام العالم، لأنك أنت هي رجاؤنا يا والدة الإله</a:t>
            </a:r>
            <a:r>
              <a:rPr lang="ar-EG" altLang="ar-EG" sz="4800" b="1">
                <a:cs typeface="Times New Roman" panose="02020603050405020304" pitchFamily="18" charset="0"/>
              </a:rPr>
              <a:t>. </a:t>
            </a:r>
            <a:br>
              <a:rPr lang="ar-EG" altLang="ar-EG" sz="4800" b="1">
                <a:cs typeface="Times New Roman" panose="02020603050405020304" pitchFamily="18" charset="0"/>
              </a:rPr>
            </a:b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ntent Placeholder 2">
            <a:extLst>
              <a:ext uri="{FF2B5EF4-FFF2-40B4-BE49-F238E27FC236}">
                <a16:creationId xmlns:a16="http://schemas.microsoft.com/office/drawing/2014/main" id="{799B0149-6550-461C-B24B-0A75CCCF1E11}"/>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الملك السمائي المعزى، روح الحق، الحاضر في كل مكان والمالئ الكل، كنز الصالحات، ومعطى الحياة، هلم تفضل وحل فينا، وطهرنا من كل دنس أيها الصالح، وخلص نفوسنا. </a:t>
            </a:r>
            <a:r>
              <a:rPr lang="ar-SA" altLang="ar-EG" sz="4800" b="1">
                <a:solidFill>
                  <a:srgbClr val="FFC000"/>
                </a:solidFill>
                <a:cs typeface="Times New Roman" panose="02020603050405020304" pitchFamily="18" charset="0"/>
              </a:rPr>
              <a:t>(ذوكصابترى… )</a:t>
            </a:r>
          </a:p>
        </p:txBody>
      </p:sp>
      <p:sp>
        <p:nvSpPr>
          <p:cNvPr id="3" name="Content Placeholder 2">
            <a:extLst>
              <a:ext uri="{FF2B5EF4-FFF2-40B4-BE49-F238E27FC236}">
                <a16:creationId xmlns:a16="http://schemas.microsoft.com/office/drawing/2014/main" id="{EE8D6F22-B825-4CC4-AD9B-48143275AD83}"/>
              </a:ext>
            </a:extLst>
          </p:cNvPr>
          <p:cNvSpPr txBox="1">
            <a:spLocks/>
          </p:cNvSpPr>
          <p:nvPr/>
        </p:nvSpPr>
        <p:spPr bwMode="auto">
          <a:xfrm>
            <a:off x="0" y="3786188"/>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كما كنت تلاميذك أيها المخلص وأعطيتهم السلام، هلم أيضا كن معنا وامنحنا سلامك وخلصنا ونج نفوسنا. </a:t>
            </a:r>
            <a:r>
              <a:rPr lang="ar-SA" sz="4800" b="1" kern="0" dirty="0">
                <a:solidFill>
                  <a:srgbClr val="FFC000"/>
                </a:solidFill>
                <a:cs typeface="Times New Roman" panose="02020603050405020304" pitchFamily="18" charset="0"/>
              </a:rPr>
              <a:t>(كى نين.. )</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2">
            <a:extLst>
              <a:ext uri="{FF2B5EF4-FFF2-40B4-BE49-F238E27FC236}">
                <a16:creationId xmlns:a16="http://schemas.microsoft.com/office/drawing/2014/main" id="{EC02DA16-33F1-44F3-B1B7-7915DEBC70BF}"/>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ما وقفنا في هيكلك المقدس نحسب كالقيام في السماء. يا والدة الإله، أنت هي باب السماء، افتحي لنا باب الرحمة.</a:t>
            </a:r>
            <a:endParaRPr lang="ar-SA" altLang="ar-EG" sz="4800" b="1">
              <a:solidFill>
                <a:srgbClr val="FFC000"/>
              </a:solidFill>
              <a:cs typeface="Times New Roman" panose="02020603050405020304" pitchFamily="18" charset="0"/>
            </a:endParaRPr>
          </a:p>
        </p:txBody>
      </p:sp>
      <p:sp>
        <p:nvSpPr>
          <p:cNvPr id="83971" name="Rectangle 2">
            <a:extLst>
              <a:ext uri="{FF2B5EF4-FFF2-40B4-BE49-F238E27FC236}">
                <a16:creationId xmlns:a16="http://schemas.microsoft.com/office/drawing/2014/main" id="{D4443C63-E356-4B6D-849B-1D931E644F80}"/>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1BC7C712-7EE8-4AC2-B08D-3C07DE4C087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84995" name="Content Placeholder 2">
            <a:extLst>
              <a:ext uri="{FF2B5EF4-FFF2-40B4-BE49-F238E27FC236}">
                <a16:creationId xmlns:a16="http://schemas.microsoft.com/office/drawing/2014/main" id="{F7A89AE0-F846-4800-96E9-F063F4F285BA}"/>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Content Placeholder 2">
            <a:extLst>
              <a:ext uri="{FF2B5EF4-FFF2-40B4-BE49-F238E27FC236}">
                <a16:creationId xmlns:a16="http://schemas.microsoft.com/office/drawing/2014/main" id="{5504B7DC-0B66-4FCB-87BD-2EA1B0E79E23}"/>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59">
            <a:hlinkClick r:id="rId2" action="ppaction://hlinksldjump"/>
            <a:extLst>
              <a:ext uri="{FF2B5EF4-FFF2-40B4-BE49-F238E27FC236}">
                <a16:creationId xmlns:a16="http://schemas.microsoft.com/office/drawing/2014/main" id="{0B717388-3E75-4B38-8809-70359ECC5FB3}"/>
              </a:ext>
            </a:extLst>
          </p:cNvPr>
          <p:cNvSpPr/>
          <p:nvPr/>
        </p:nvSpPr>
        <p:spPr>
          <a:xfrm flipH="1">
            <a:off x="63497" y="423148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128 مرارًا كثيرة</a:t>
            </a:r>
          </a:p>
        </p:txBody>
      </p:sp>
      <p:sp>
        <p:nvSpPr>
          <p:cNvPr id="151" name="Rectangle 150">
            <a:hlinkClick r:id="rId3" action="ppaction://hlinksldjump"/>
            <a:extLst>
              <a:ext uri="{FF2B5EF4-FFF2-40B4-BE49-F238E27FC236}">
                <a16:creationId xmlns:a16="http://schemas.microsoft.com/office/drawing/2014/main" id="{1709804D-3369-4BBC-92C7-9953A37AC73C}"/>
              </a:ext>
            </a:extLst>
          </p:cNvPr>
          <p:cNvSpPr/>
          <p:nvPr/>
        </p:nvSpPr>
        <p:spPr>
          <a:xfrm flipH="1">
            <a:off x="4620722" y="685800"/>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119 إليك يا رب صرخت</a:t>
            </a:r>
          </a:p>
        </p:txBody>
      </p:sp>
      <p:sp>
        <p:nvSpPr>
          <p:cNvPr id="152" name="Rectangle 151">
            <a:hlinkClick r:id="rId4" action="ppaction://hlinksldjump"/>
            <a:extLst>
              <a:ext uri="{FF2B5EF4-FFF2-40B4-BE49-F238E27FC236}">
                <a16:creationId xmlns:a16="http://schemas.microsoft.com/office/drawing/2014/main" id="{C7A87299-E498-4962-A867-A951A98E85FE}"/>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120 رفعت عيني</a:t>
            </a:r>
          </a:p>
        </p:txBody>
      </p:sp>
      <p:sp>
        <p:nvSpPr>
          <p:cNvPr id="153" name="Rectangle 152">
            <a:hlinkClick r:id="rId5" action="ppaction://hlinksldjump"/>
            <a:extLst>
              <a:ext uri="{FF2B5EF4-FFF2-40B4-BE49-F238E27FC236}">
                <a16:creationId xmlns:a16="http://schemas.microsoft.com/office/drawing/2014/main" id="{1A7E2680-261C-4C3B-B14E-8722C4EDB52A}"/>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121 فرحت بالقائلين لي</a:t>
            </a:r>
          </a:p>
        </p:txBody>
      </p:sp>
      <p:sp>
        <p:nvSpPr>
          <p:cNvPr id="154" name="Rectangle 153">
            <a:hlinkClick r:id="rId6" action="ppaction://hlinksldjump"/>
            <a:extLst>
              <a:ext uri="{FF2B5EF4-FFF2-40B4-BE49-F238E27FC236}">
                <a16:creationId xmlns:a16="http://schemas.microsoft.com/office/drawing/2014/main" id="{988DB201-7CBC-45EA-824C-8C7A10D5C9C1}"/>
              </a:ext>
            </a:extLst>
          </p:cNvPr>
          <p:cNvSpPr/>
          <p:nvPr/>
        </p:nvSpPr>
        <p:spPr>
          <a:xfrm flipH="1">
            <a:off x="4620722" y="3329220"/>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wrap="none" tIns="91440" bIns="91440" anchor="ctr"/>
          <a:lstStyle/>
          <a:p>
            <a:pPr algn="ctr" rtl="1" eaLnBrk="1" hangingPunct="1">
              <a:lnSpc>
                <a:spcPct val="90000"/>
              </a:lnSpc>
              <a:defRPr/>
            </a:pPr>
            <a:r>
              <a:rPr lang="ar-EG" sz="4000" b="1" dirty="0">
                <a:solidFill>
                  <a:srgbClr val="FFC000"/>
                </a:solidFill>
                <a:cs typeface="Times New Roman" pitchFamily="18" charset="0"/>
              </a:rPr>
              <a:t>122 إليك رفعت عيني</a:t>
            </a:r>
          </a:p>
        </p:txBody>
      </p:sp>
      <p:sp>
        <p:nvSpPr>
          <p:cNvPr id="155" name="Rectangle 154">
            <a:hlinkClick r:id="rId7" action="ppaction://hlinksldjump"/>
            <a:extLst>
              <a:ext uri="{FF2B5EF4-FFF2-40B4-BE49-F238E27FC236}">
                <a16:creationId xmlns:a16="http://schemas.microsoft.com/office/drawing/2014/main" id="{280E40B4-B26C-4BAD-B745-F9893E60AF29}"/>
              </a:ext>
            </a:extLst>
          </p:cNvPr>
          <p:cNvSpPr/>
          <p:nvPr/>
        </p:nvSpPr>
        <p:spPr>
          <a:xfrm flipH="1">
            <a:off x="4620722" y="4226989"/>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123 لولا أن الرب</a:t>
            </a:r>
          </a:p>
        </p:txBody>
      </p:sp>
      <p:sp>
        <p:nvSpPr>
          <p:cNvPr id="156" name="Rectangle 155">
            <a:hlinkClick r:id="rId8" action="ppaction://hlinksldjump"/>
            <a:extLst>
              <a:ext uri="{FF2B5EF4-FFF2-40B4-BE49-F238E27FC236}">
                <a16:creationId xmlns:a16="http://schemas.microsoft.com/office/drawing/2014/main" id="{3F34D4EB-B4FD-4AD3-89C8-45EF2EB0E020}"/>
              </a:ext>
            </a:extLst>
          </p:cNvPr>
          <p:cNvSpPr/>
          <p:nvPr/>
        </p:nvSpPr>
        <p:spPr>
          <a:xfrm flipH="1">
            <a:off x="76199" y="685800"/>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124 المتوكلون على الرب</a:t>
            </a:r>
          </a:p>
        </p:txBody>
      </p:sp>
      <p:sp>
        <p:nvSpPr>
          <p:cNvPr id="157" name="Rectangle 156">
            <a:hlinkClick r:id="rId9" action="ppaction://hlinksldjump"/>
            <a:extLst>
              <a:ext uri="{FF2B5EF4-FFF2-40B4-BE49-F238E27FC236}">
                <a16:creationId xmlns:a16="http://schemas.microsoft.com/office/drawing/2014/main" id="{2991A34A-37E6-4AA6-B89E-AB8C6467EAAB}"/>
              </a:ext>
            </a:extLst>
          </p:cNvPr>
          <p:cNvSpPr/>
          <p:nvPr/>
        </p:nvSpPr>
        <p:spPr>
          <a:xfrm flipH="1">
            <a:off x="76198" y="1565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125 إذا ما رد الرب</a:t>
            </a:r>
          </a:p>
        </p:txBody>
      </p:sp>
      <p:sp>
        <p:nvSpPr>
          <p:cNvPr id="158" name="Rectangle 157">
            <a:hlinkClick r:id="rId10" action="ppaction://hlinksldjump"/>
            <a:extLst>
              <a:ext uri="{FF2B5EF4-FFF2-40B4-BE49-F238E27FC236}">
                <a16:creationId xmlns:a16="http://schemas.microsoft.com/office/drawing/2014/main" id="{47C01BC9-1AAF-4C75-A6A9-919A30E8EB74}"/>
              </a:ext>
            </a:extLst>
          </p:cNvPr>
          <p:cNvSpPr/>
          <p:nvPr/>
        </p:nvSpPr>
        <p:spPr>
          <a:xfrm flipH="1">
            <a:off x="63497" y="2454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126 إن لم يبن الرب</a:t>
            </a:r>
          </a:p>
        </p:txBody>
      </p:sp>
      <p:sp>
        <p:nvSpPr>
          <p:cNvPr id="159" name="Rectangle 158">
            <a:hlinkClick r:id="rId11" action="ppaction://hlinksldjump"/>
            <a:extLst>
              <a:ext uri="{FF2B5EF4-FFF2-40B4-BE49-F238E27FC236}">
                <a16:creationId xmlns:a16="http://schemas.microsoft.com/office/drawing/2014/main" id="{107C8D01-80C1-4626-865C-ECBA6758C3F6}"/>
              </a:ext>
            </a:extLst>
          </p:cNvPr>
          <p:cNvSpPr/>
          <p:nvPr/>
        </p:nvSpPr>
        <p:spPr>
          <a:xfrm flipH="1">
            <a:off x="63497" y="3325514"/>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127 طوبى لجميع</a:t>
            </a:r>
          </a:p>
        </p:txBody>
      </p:sp>
      <p:sp>
        <p:nvSpPr>
          <p:cNvPr id="161" name="Rectangle 160">
            <a:hlinkClick r:id="rId12" action="ppaction://hlinksldjump"/>
            <a:extLst>
              <a:ext uri="{FF2B5EF4-FFF2-40B4-BE49-F238E27FC236}">
                <a16:creationId xmlns:a16="http://schemas.microsoft.com/office/drawing/2014/main" id="{CD015BFD-90CF-4BC6-91A0-BE6A24C8E5A0}"/>
              </a:ext>
            </a:extLst>
          </p:cNvPr>
          <p:cNvSpPr/>
          <p:nvPr/>
        </p:nvSpPr>
        <p:spPr>
          <a:xfrm flipH="1">
            <a:off x="2381511" y="5137460"/>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87075" name="Title 3">
            <a:extLst>
              <a:ext uri="{FF2B5EF4-FFF2-40B4-BE49-F238E27FC236}">
                <a16:creationId xmlns:a16="http://schemas.microsoft.com/office/drawing/2014/main" id="{5656167C-8055-42B7-8FE2-EC575C225C0A}"/>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نصف الليل (الخدمة الثانية)</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E7D80EA9-4DD3-4CCE-9476-F9CFCB5D702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1</a:t>
            </a:r>
            <a:r>
              <a:rPr lang="ar-SA" altLang="ar-EG" sz="4800"/>
              <a:t>) المزمور المائة والتاسع عشر</a:t>
            </a:r>
            <a:endParaRPr lang="en-US" altLang="ar-EG" sz="4800"/>
          </a:p>
        </p:txBody>
      </p:sp>
      <p:sp>
        <p:nvSpPr>
          <p:cNvPr id="88067" name="Content Placeholder 2">
            <a:extLst>
              <a:ext uri="{FF2B5EF4-FFF2-40B4-BE49-F238E27FC236}">
                <a16:creationId xmlns:a16="http://schemas.microsoft.com/office/drawing/2014/main" id="{3DA3871B-5305-4E9E-99EF-C451F981452A}"/>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إليك يا رب صرخت في حزني فاستجبت لي. يا رب نج نفسي من الشفاه الظالمة ومن اللسان الغاش. ماذا تعطى وماذا تزاد من اللسان الغاش. سهام الأقوياء مرهفة مع جمر البرية. ويل لي فإن غربتي قد طالت عليّ، وسكنت في مساكن قيدار. طويلا سكنتْ نفسي في الغربة، ومع مبغضي السلام كنت صاحب سلام، وحين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a:extLst>
              <a:ext uri="{FF2B5EF4-FFF2-40B4-BE49-F238E27FC236}">
                <a16:creationId xmlns:a16="http://schemas.microsoft.com/office/drawing/2014/main" id="{9A566E4A-9931-423A-8939-08B980155EA3}"/>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كنت أكلمهم كانوا يقاتلونني باطلا</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89091" name="TextBox 3">
            <a:extLst>
              <a:ext uri="{FF2B5EF4-FFF2-40B4-BE49-F238E27FC236}">
                <a16:creationId xmlns:a16="http://schemas.microsoft.com/office/drawing/2014/main" id="{9559F703-5DD3-4D4D-B7B5-923F73D4CD45}"/>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7FC62623-9687-420F-820D-131BEBF74339}"/>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E5861FFA-D83B-4384-BE09-6D0F5FEEE318}"/>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94F368C6-4A74-4253-868C-F2B9DDEAB4E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2</a:t>
            </a:r>
            <a:r>
              <a:rPr lang="ar-SA" altLang="ar-EG" sz="4800"/>
              <a:t>) المزمور المائة والعشرون</a:t>
            </a:r>
            <a:endParaRPr lang="en-US" altLang="ar-EG" sz="4800"/>
          </a:p>
        </p:txBody>
      </p:sp>
      <p:sp>
        <p:nvSpPr>
          <p:cNvPr id="90115" name="Content Placeholder 2">
            <a:extLst>
              <a:ext uri="{FF2B5EF4-FFF2-40B4-BE49-F238E27FC236}">
                <a16:creationId xmlns:a16="http://schemas.microsoft.com/office/drawing/2014/main" id="{D7141289-AB05-4694-BF5D-F0AC6332212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رفعت عيني إلى الجبال، من حيث يأتي عوني. معونتي من عند الرب الذي صنع السماء والأرض. لا يسلم رجلك للزلل، فما ينعس حافظك. هوذا لا ينعس ولا ينام حارس إسرائيل. الرب يحفظك. الرب يظلل على يدك اليمنى، فلا تحرقك الشمس بالنهار ولا القمر بالليل. الرب يحفظك من كل سوء. الرب يحفظ نفسك. الرب يحفظ دخولك وخروجك، من الآن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006EE0DA-23DD-4864-9104-60141DE38CB9}"/>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a:t>
            </a:r>
            <a:r>
              <a:rPr lang="ar-EG" altLang="ar-EG" sz="4800" b="1">
                <a:cs typeface="Times New Roman" panose="02020603050405020304" pitchFamily="18" charset="0"/>
              </a:rPr>
              <a:t>إ</a:t>
            </a:r>
            <a:r>
              <a:rPr lang="ar-SA" altLang="ar-EG" sz="4800" b="1">
                <a:cs typeface="Times New Roman" panose="02020603050405020304" pitchFamily="18" charset="0"/>
              </a:rPr>
              <a:t>ل</a:t>
            </a:r>
            <a:r>
              <a:rPr lang="ar-EG" altLang="ar-EG" sz="4800" b="1">
                <a:cs typeface="Times New Roman" panose="02020603050405020304" pitchFamily="18" charset="0"/>
              </a:rPr>
              <a:t>ى</a:t>
            </a:r>
            <a:r>
              <a:rPr lang="ar-SA" altLang="ar-EG" sz="4800" b="1">
                <a:cs typeface="Times New Roman" panose="02020603050405020304" pitchFamily="18" charset="0"/>
              </a:rPr>
              <a:t>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91139" name="TextBox 3">
            <a:extLst>
              <a:ext uri="{FF2B5EF4-FFF2-40B4-BE49-F238E27FC236}">
                <a16:creationId xmlns:a16="http://schemas.microsoft.com/office/drawing/2014/main" id="{E4B5FCAF-D004-411E-8CE0-EFAA2B50058A}"/>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809BD6DE-A3E1-489E-B22D-5375E109ADE7}"/>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6008429D-D56D-4177-B487-6D82AC4DB603}"/>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F37535AF-6C3E-47FD-AD79-B4881E0F244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3</a:t>
            </a:r>
            <a:r>
              <a:rPr lang="ar-SA" altLang="ar-EG" sz="4800"/>
              <a:t>) المزمور المائة والحادي والعشرون</a:t>
            </a:r>
            <a:endParaRPr lang="en-US" altLang="ar-EG" sz="4800"/>
          </a:p>
        </p:txBody>
      </p:sp>
      <p:sp>
        <p:nvSpPr>
          <p:cNvPr id="92163" name="Content Placeholder 2">
            <a:extLst>
              <a:ext uri="{FF2B5EF4-FFF2-40B4-BE49-F238E27FC236}">
                <a16:creationId xmlns:a16="http://schemas.microsoft.com/office/drawing/2014/main" id="{EF7B72B9-E8EF-4819-AA0E-F35C50F23D5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فرحت بالقائلين لي إلى بيت الرب نذهب. وقفت أرجلنا في ديار أورشليم، أورشليم المبنية مثل مدينة متصلة بعضها ببعض. لأن هناك صعدت القبائل، قبائل الرب، شهادة لإسرائيل، يعترفون لاسم الرب. هناك نصبت كراسي للقضاء كراسي بيت داود.</a:t>
            </a:r>
            <a:r>
              <a:rPr lang="ar-EG" altLang="ar-EG" sz="4800" b="1">
                <a:cs typeface="Times New Roman" panose="02020603050405020304" pitchFamily="18" charset="0"/>
              </a:rPr>
              <a:t> </a:t>
            </a:r>
            <a:r>
              <a:rPr lang="ar-SA" altLang="ar-EG" sz="4800" b="1">
                <a:cs typeface="Times New Roman" panose="02020603050405020304" pitchFamily="18" charset="0"/>
              </a:rPr>
              <a:t>اسألوا السلام لأورشليم والخصبَ لمحبيك. ليكن السلام في حصنك والخصب في أبراجك الرصينة. من أجل اخوتي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a:extLst>
              <a:ext uri="{FF2B5EF4-FFF2-40B4-BE49-F238E27FC236}">
                <a16:creationId xmlns:a16="http://schemas.microsoft.com/office/drawing/2014/main" id="{368B20D1-FE54-43E3-ACEE-8A963E702098}"/>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وأقربائي تكلمت من أجلك بالسلام، ومن أجل بيت الرب إلهنا التمست لك الخيرات</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93187" name="TextBox 3">
            <a:extLst>
              <a:ext uri="{FF2B5EF4-FFF2-40B4-BE49-F238E27FC236}">
                <a16:creationId xmlns:a16="http://schemas.microsoft.com/office/drawing/2014/main" id="{63FD0342-8032-4A1F-818E-E7B39DE9B1D3}"/>
              </a:ext>
            </a:extLst>
          </p:cNvPr>
          <p:cNvSpPr txBox="1">
            <a:spLocks noChangeArrowheads="1"/>
          </p:cNvSpPr>
          <p:nvPr/>
        </p:nvSpPr>
        <p:spPr bwMode="auto">
          <a:xfrm>
            <a:off x="0" y="16081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838B5EC9-24EA-43F1-99E6-38E9BFA34A68}"/>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53D3DFF8-BD5F-4904-BE07-5B033C0E420E}"/>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C884FD0C-266B-4013-9882-FB2D3206A61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4</a:t>
            </a:r>
            <a:r>
              <a:rPr lang="ar-SA" altLang="ar-EG" sz="4800"/>
              <a:t>) المزمور المائة والثاني والعشرون</a:t>
            </a:r>
            <a:endParaRPr lang="en-US" altLang="ar-EG" sz="4800"/>
          </a:p>
        </p:txBody>
      </p:sp>
      <p:sp>
        <p:nvSpPr>
          <p:cNvPr id="94211" name="Content Placeholder 2">
            <a:extLst>
              <a:ext uri="{FF2B5EF4-FFF2-40B4-BE49-F238E27FC236}">
                <a16:creationId xmlns:a16="http://schemas.microsoft.com/office/drawing/2014/main" id="{DA5F0515-2127-4688-9EA9-F2212F4BA2C0}"/>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إليك رفعت عينيّ يا ساكن السماء. فها هما مثل عيون العبيد إلى أيدي مواليهم، ومثل عيني الأمة إلى يدي سيدتها. كذلك أعيننا نحو الرب إلهنا حتى يتراءف علينا. ارحمنا يا رب ارحمنا، فإننا كثيرا ما امتلأنا هوانا، وكثيرا ما امتلأت نفوسنا العار اردده على المخصبين والهوان على المتعظمين</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94212" name="TextBox 3">
            <a:extLst>
              <a:ext uri="{FF2B5EF4-FFF2-40B4-BE49-F238E27FC236}">
                <a16:creationId xmlns:a16="http://schemas.microsoft.com/office/drawing/2014/main" id="{562AED14-96D1-4CFF-B272-28BC5EF4A9E7}"/>
              </a:ext>
            </a:extLst>
          </p:cNvPr>
          <p:cNvSpPr txBox="1">
            <a:spLocks noChangeArrowheads="1"/>
          </p:cNvSpPr>
          <p:nvPr/>
        </p:nvSpPr>
        <p:spPr bwMode="auto">
          <a:xfrm>
            <a:off x="0" y="51943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F79E1AD5-1789-4C73-A8CC-A361D4BA55EB}"/>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10" name="Rectangle 9">
            <a:hlinkClick r:id="rId3" action="ppaction://hlinksldjump"/>
            <a:extLst>
              <a:ext uri="{FF2B5EF4-FFF2-40B4-BE49-F238E27FC236}">
                <a16:creationId xmlns:a16="http://schemas.microsoft.com/office/drawing/2014/main" id="{FF1AD4AF-FAAE-4353-AAF5-ED3A53771D43}"/>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40075B8E-D693-4D19-9ADD-9818A456B21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5</a:t>
            </a:r>
            <a:r>
              <a:rPr lang="ar-SA" altLang="ar-EG" sz="4800"/>
              <a:t>) المزمور المائة والثالث والعشرون</a:t>
            </a:r>
            <a:endParaRPr lang="en-US" altLang="ar-EG" sz="4800"/>
          </a:p>
        </p:txBody>
      </p:sp>
      <p:sp>
        <p:nvSpPr>
          <p:cNvPr id="95235" name="Content Placeholder 2">
            <a:extLst>
              <a:ext uri="{FF2B5EF4-FFF2-40B4-BE49-F238E27FC236}">
                <a16:creationId xmlns:a16="http://schemas.microsoft.com/office/drawing/2014/main" id="{1BAC9B53-F526-4619-A139-16DE42128F6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لولا أن الربَّ كان معنا ـ ليقل إسرائيل ـ لولا أن الرب كان معنا عندما قام الناس علينا، لابتلعونا ونحن أحياء، عند سخط غضبهم علينا. إذا لغرقنا في الماء وعبرت نفوسنا السيل، بل جازت نفوسنا الماء الذي لا نهاية له. مبارك الرب الذي لم يسلمنا فريسة لأسنانهم. نجت أنفسنا مثل العصفور من فخ الصيادين، الفخ انكسر ونحن نجونا، عوننا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Content Placeholder 2">
            <a:extLst>
              <a:ext uri="{FF2B5EF4-FFF2-40B4-BE49-F238E27FC236}">
                <a16:creationId xmlns:a16="http://schemas.microsoft.com/office/drawing/2014/main" id="{178DC9AF-0400-45A1-BAC9-9E83D8DBAD1E}"/>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باسم الرب الذي صنع السماء والأرض</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96259" name="TextBox 3">
            <a:extLst>
              <a:ext uri="{FF2B5EF4-FFF2-40B4-BE49-F238E27FC236}">
                <a16:creationId xmlns:a16="http://schemas.microsoft.com/office/drawing/2014/main" id="{B9C40323-9393-4E9B-882F-A608FFCAAB34}"/>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74F5F285-40E1-4447-8A72-0D95DC15FC8B}"/>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48175799-0E8D-492D-A989-8EA2924C68D4}"/>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2AA2B817-B6FA-4317-B4D9-26B4F8C48CD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6</a:t>
            </a:r>
            <a:r>
              <a:rPr lang="ar-SA" altLang="ar-EG" sz="4800"/>
              <a:t>) المزمور المائة والرابع والعشرون</a:t>
            </a:r>
            <a:endParaRPr lang="en-US" altLang="ar-EG" sz="4800"/>
          </a:p>
        </p:txBody>
      </p:sp>
      <p:sp>
        <p:nvSpPr>
          <p:cNvPr id="97283" name="Content Placeholder 2">
            <a:extLst>
              <a:ext uri="{FF2B5EF4-FFF2-40B4-BE49-F238E27FC236}">
                <a16:creationId xmlns:a16="http://schemas.microsoft.com/office/drawing/2014/main" id="{62D0D4D2-002C-4CEB-BB48-A0D506D0C22F}"/>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المتوكلون على الرب مثل جبل صهيون لا يتزعزع إلى الأبد، الساكن في أورشليم. الجبال حولها، والرب حول شعبه من الآن والى الأبد. الرب لا يترك عصا الخطاة تستقر على نصيب الصديقين، لكي لا يمد الصديقون أيديهم إلى الإثم. أحسن يا رب إلى الصالحين والى المستقيمي القلوب. أما الذين يميلون إلى العثرات فينزعهم الرب مع فعلة الإثم. والسلام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2">
            <a:extLst>
              <a:ext uri="{FF2B5EF4-FFF2-40B4-BE49-F238E27FC236}">
                <a16:creationId xmlns:a16="http://schemas.microsoft.com/office/drawing/2014/main" id="{7C3F3EE5-1B0A-4477-8A95-79929546B159}"/>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على إسرائيل</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98307" name="TextBox 3">
            <a:extLst>
              <a:ext uri="{FF2B5EF4-FFF2-40B4-BE49-F238E27FC236}">
                <a16:creationId xmlns:a16="http://schemas.microsoft.com/office/drawing/2014/main" id="{668A0470-BC63-42AC-A7FD-40F226732129}"/>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B073898D-00DB-4298-9631-4EDE1251AB5F}"/>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7E16180D-B073-46D0-8575-7A97DD2C43E7}"/>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1BA2EEC4-3A5B-432E-A1B9-3CED6330236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7</a:t>
            </a:r>
            <a:r>
              <a:rPr lang="ar-SA" altLang="ar-EG" sz="4800"/>
              <a:t>) المزمور المائة والخامس والعشرون</a:t>
            </a:r>
            <a:endParaRPr lang="en-US" altLang="ar-EG" sz="4800"/>
          </a:p>
        </p:txBody>
      </p:sp>
      <p:sp>
        <p:nvSpPr>
          <p:cNvPr id="99331" name="Content Placeholder 2">
            <a:extLst>
              <a:ext uri="{FF2B5EF4-FFF2-40B4-BE49-F238E27FC236}">
                <a16:creationId xmlns:a16="http://schemas.microsoft.com/office/drawing/2014/main" id="{47F1F327-6EFF-48E6-B7D3-40587DEE99AD}"/>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إذا ما رد الرب سبي صهيون صرنا فرحين. حينئذ امتلأ فمنا فرحا ولساننا تهليلا. حينئذ يقال في الأمم إن الرب قد عظم الصنيع معهم. عظم الرب الصنيع معنا فصرنا فرحين. اردد يا رب سبينا مثل السيول في الجنوب. الذين يزرعون بالدموع يحصدون بالابتهاج. سيرا كانوا يسيرون وهم باكون حاملين بذارهم،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a:extLst>
              <a:ext uri="{FF2B5EF4-FFF2-40B4-BE49-F238E27FC236}">
                <a16:creationId xmlns:a16="http://schemas.microsoft.com/office/drawing/2014/main" id="{0346751E-31FF-4B40-B5B8-39173AB2C360}"/>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ويعودون بالفرح حاملين أغمارهم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00355" name="TextBox 3">
            <a:extLst>
              <a:ext uri="{FF2B5EF4-FFF2-40B4-BE49-F238E27FC236}">
                <a16:creationId xmlns:a16="http://schemas.microsoft.com/office/drawing/2014/main" id="{9152B3BD-2C95-46F8-B4E7-1F32D432FE90}"/>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68EBBCC1-F73A-4BD6-B4F9-344541E4DBAE}"/>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EAB98D1E-8AE0-42D1-BAAC-03AF552D9394}"/>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4EE29B8D-B230-47B5-A2CC-A4F3166D2F9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8</a:t>
            </a:r>
            <a:r>
              <a:rPr lang="ar-SA" altLang="ar-EG" sz="4800"/>
              <a:t>) المزمور المائة والسادس والعشرون</a:t>
            </a:r>
            <a:endParaRPr lang="en-US" altLang="ar-EG" sz="4800"/>
          </a:p>
        </p:txBody>
      </p:sp>
      <p:sp>
        <p:nvSpPr>
          <p:cNvPr id="101379" name="Content Placeholder 2">
            <a:extLst>
              <a:ext uri="{FF2B5EF4-FFF2-40B4-BE49-F238E27FC236}">
                <a16:creationId xmlns:a16="http://schemas.microsoft.com/office/drawing/2014/main" id="{56151984-A9F9-4453-9686-10BD4950AA3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إن لم يبن الرب البيتَ فباطلا تعب البناءون، وإن لم يحرس الرب المدينة فباطلا سهر الحراس. باطل هو لكم التبكير. انهضوا من بعد جلوسكم يا آكلي الخبز بالهموم، فإنه يمنح أحباءه نوما.</a:t>
            </a:r>
            <a:r>
              <a:rPr lang="ar-EG" altLang="ar-EG" sz="4800" b="1">
                <a:cs typeface="Times New Roman" panose="02020603050405020304" pitchFamily="18" charset="0"/>
              </a:rPr>
              <a:t> </a:t>
            </a:r>
            <a:r>
              <a:rPr lang="ar-SA" altLang="ar-EG" sz="4800" b="1">
                <a:cs typeface="Times New Roman" panose="02020603050405020304" pitchFamily="18" charset="0"/>
              </a:rPr>
              <a:t>البنون ميراث من الرب أجرة ثمرة البطن. كالسهام بيد القوي كذلك أبناء المتيقظين. مغبوط هو الرجل الذي يملا جعبته منهم. حينئذ لا يخزون إذا كلموا أعداءهم في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a:extLst>
              <a:ext uri="{FF2B5EF4-FFF2-40B4-BE49-F238E27FC236}">
                <a16:creationId xmlns:a16="http://schemas.microsoft.com/office/drawing/2014/main" id="{0480FDE5-838D-4F2B-A9B8-78A20D9E999A}"/>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الأبواب</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02403" name="TextBox 3">
            <a:extLst>
              <a:ext uri="{FF2B5EF4-FFF2-40B4-BE49-F238E27FC236}">
                <a16:creationId xmlns:a16="http://schemas.microsoft.com/office/drawing/2014/main" id="{BF8DE9E9-58C4-4669-8B79-AE4CBDF449A0}"/>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7A08A483-CA23-4F49-A7AA-0EC8FEFE3F03}"/>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252F37FA-FE35-4C16-9616-E7C552E52E61}"/>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FF79BD8C-0E87-4383-A7C6-651EF1F784A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a:t>
            </a:r>
            <a:r>
              <a:rPr lang="ar-EG" altLang="ar-EG" sz="4800"/>
              <a:t>9</a:t>
            </a:r>
            <a:r>
              <a:rPr lang="ar-SA" altLang="ar-EG" sz="4800"/>
              <a:t>) المزمور المائة والسابع والعشرون</a:t>
            </a:r>
            <a:endParaRPr lang="en-US" altLang="ar-EG" sz="4800"/>
          </a:p>
        </p:txBody>
      </p:sp>
      <p:sp>
        <p:nvSpPr>
          <p:cNvPr id="103427" name="Content Placeholder 2">
            <a:extLst>
              <a:ext uri="{FF2B5EF4-FFF2-40B4-BE49-F238E27FC236}">
                <a16:creationId xmlns:a16="http://schemas.microsoft.com/office/drawing/2014/main" id="{6E64982E-91B5-444D-843B-75E270462D5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طوبى لجميع الذين يتقون الرب السالكين في طرقه. تأكل من ثمرة أتعابك تصير مغبوطا ويكون لك الخير. امرأتك تصير مثلَ كرمة مخصبة في جوانب بيتك. بنوك مثل غروس الزيتون الجدد حول مائدتك. هكذا يُبارَك الإنسان المتقي الربَّ. يباركك الرب من صهيون، وتبصر خيرات أورشليم جميع أيام حياتك، وترى بني بنيك، والسلام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Content Placeholder 2">
            <a:extLst>
              <a:ext uri="{FF2B5EF4-FFF2-40B4-BE49-F238E27FC236}">
                <a16:creationId xmlns:a16="http://schemas.microsoft.com/office/drawing/2014/main" id="{422F71F1-DA81-4145-A001-AD9C39A8F8A1}"/>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إسرائيل. </a:t>
            </a:r>
          </a:p>
        </p:txBody>
      </p:sp>
      <p:sp>
        <p:nvSpPr>
          <p:cNvPr id="104451" name="TextBox 3">
            <a:extLst>
              <a:ext uri="{FF2B5EF4-FFF2-40B4-BE49-F238E27FC236}">
                <a16:creationId xmlns:a16="http://schemas.microsoft.com/office/drawing/2014/main" id="{65E12A47-BF45-47E1-ABC1-ED4A7E9E67DB}"/>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4AB0E71F-CB13-47AF-A635-7CA3D3A2330E}"/>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5D0DDBFE-C517-4335-A56E-7FC1912830D6}"/>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CF630D39-E7F5-41CA-B71B-AA2C06BFF8A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a:t>
            </a:r>
            <a:r>
              <a:rPr lang="ar-EG" altLang="ar-EG" sz="4800"/>
              <a:t>0</a:t>
            </a:r>
            <a:r>
              <a:rPr lang="ar-SA" altLang="ar-EG" sz="4800"/>
              <a:t>) المزمور المائة والثامن والعشرون </a:t>
            </a:r>
            <a:endParaRPr lang="en-US" altLang="ar-EG" sz="4800"/>
          </a:p>
        </p:txBody>
      </p:sp>
      <p:sp>
        <p:nvSpPr>
          <p:cNvPr id="105475" name="Content Placeholder 2">
            <a:extLst>
              <a:ext uri="{FF2B5EF4-FFF2-40B4-BE49-F238E27FC236}">
                <a16:creationId xmlns:a16="http://schemas.microsoft.com/office/drawing/2014/main" id="{21EA99B0-D193-462C-B654-1F8521E2EBE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مرارا كثيرة حاربوني منذ صباي</a:t>
            </a:r>
            <a:r>
              <a:rPr lang="ar-EG" altLang="ar-EG" sz="4800" b="1">
                <a:cs typeface="Times New Roman" panose="02020603050405020304" pitchFamily="18" charset="0"/>
              </a:rPr>
              <a:t> - </a:t>
            </a:r>
            <a:r>
              <a:rPr lang="ar-SA" altLang="ar-EG" sz="4800" b="1">
                <a:cs typeface="Times New Roman" panose="02020603050405020304" pitchFamily="18" charset="0"/>
              </a:rPr>
              <a:t>ليقل إسرائيل</a:t>
            </a:r>
            <a:r>
              <a:rPr lang="ar-EG" altLang="ar-EG" sz="4800" b="1">
                <a:cs typeface="Times New Roman" panose="02020603050405020304" pitchFamily="18" charset="0"/>
              </a:rPr>
              <a:t> </a:t>
            </a:r>
            <a:r>
              <a:rPr lang="ar-SA" altLang="ar-EG" sz="4800" b="1">
                <a:cs typeface="Times New Roman" panose="02020603050405020304" pitchFamily="18" charset="0"/>
              </a:rPr>
              <a:t>ـ مرارا كثيرة قاتلوني منذ شبابي، وإنهم لم يقدروا علي. على ظهري جلدني الخطاة وأطالوا إثمهم. الرب صدّيق هو، يقطع أعناق الخطاة. فليخز وليرتد إلى الوراء كل الذين يبغضون صهيون، وليكونوا مثل عشب السطوح الذي ييبَس قبل أن يقطع، الذي لم يملأ الحاصد منه يده، ولا الذي يجمع الغمورَ</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2">
            <a:extLst>
              <a:ext uri="{FF2B5EF4-FFF2-40B4-BE49-F238E27FC236}">
                <a16:creationId xmlns:a16="http://schemas.microsoft.com/office/drawing/2014/main" id="{3F9EC2FA-7554-4218-851F-816BA1EFFC1B}"/>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حضنه. ولم يقلْ المجتازون إن بركة الرب عليكم. باركناكم باسم الرب</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06499" name="TextBox 3">
            <a:extLst>
              <a:ext uri="{FF2B5EF4-FFF2-40B4-BE49-F238E27FC236}">
                <a16:creationId xmlns:a16="http://schemas.microsoft.com/office/drawing/2014/main" id="{37C372D3-2CDB-4D8D-94F2-8CCADDCDA3CB}"/>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368EB4CD-678F-45C5-9D5A-8A048BF99F66}"/>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الثانية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DDF406EB-A4CE-46D9-985B-F12578EA5036}"/>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الثانية</a:t>
            </a:r>
            <a:endParaRPr lang="en-US" sz="4000" b="1" dirty="0">
              <a:solidFill>
                <a:schemeClr val="bg1"/>
              </a:solidFill>
            </a:endParaRP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CE2E78C1-F651-44DF-A79B-E58B1385D90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r>
              <a:rPr lang="ar-EG" altLang="ar-EG" sz="4800"/>
              <a:t>إنجيل الخدمة الثانية </a:t>
            </a:r>
            <a:r>
              <a:rPr lang="ar-SA" altLang="ar-EG" sz="4800"/>
              <a:t>(إنجيل لوقا 7: 36-50)</a:t>
            </a:r>
            <a:endParaRPr lang="en-US" altLang="ar-EG" sz="4800"/>
          </a:p>
        </p:txBody>
      </p:sp>
      <p:sp>
        <p:nvSpPr>
          <p:cNvPr id="107523" name="Content Placeholder 2">
            <a:extLst>
              <a:ext uri="{FF2B5EF4-FFF2-40B4-BE49-F238E27FC236}">
                <a16:creationId xmlns:a16="http://schemas.microsoft.com/office/drawing/2014/main" id="{EC170FD3-AA83-483C-8B69-0031DB67256A}"/>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ثم سأله أحد الفريسيين أن يأكل معه. فلما دخل بيت الفريسي اتكأ. وإذا امرأة في المدينة كانت خاطئة. فلما علمتْ أنه متكئ في بيت الفريسي، أخذت قارورة طيب ووقفتْ من ورائه عند رجليه باكية، وبدأت تبل قدميه بدموعها وتمسحهما بشعر رأسها، وكانت تقبل قدميه وتدهنهما بالطيب. فلما رأى الفريسي الذي دعاه ذلك قال محدثا نفسه: لو كان هذا نبيا لعل</a:t>
            </a:r>
            <a:r>
              <a:rPr lang="ar-EG" altLang="ar-EG" sz="4800" b="1">
                <a:cs typeface="Times New Roman" panose="02020603050405020304" pitchFamily="18" charset="0"/>
              </a:rPr>
              <a:t>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2">
            <a:extLst>
              <a:ext uri="{FF2B5EF4-FFF2-40B4-BE49-F238E27FC236}">
                <a16:creationId xmlns:a16="http://schemas.microsoft.com/office/drawing/2014/main" id="{1BB2C42B-0F1A-4277-87CE-21F07AD183F7}"/>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من هي هذه المرأة التي لمسته، وما حالها، إنها خاطئة. فأجاب يسوع وقال له: يا سمعان عندي كلمة أقولها لك. فقال: قل يا معلم. قال: كان لدائن مدينان على الواحد خمسمائة دينار وعلى الآخر خمسون، وإذ لم يكن لهما ما يوفيان سامحهما كليهما. فمن منهما يحبه أكثر؟ أجاب سمعان وقال: أظنُّ الذي سامحه بالأكثر. فقال له: بالصواب حكمتَ. ثم التفت إلى المرأة وقال لسمعان: أترى هذه المرأة؟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2">
            <a:extLst>
              <a:ext uri="{FF2B5EF4-FFF2-40B4-BE49-F238E27FC236}">
                <a16:creationId xmlns:a16="http://schemas.microsoft.com/office/drawing/2014/main" id="{87ACCF51-58DD-42B0-87FB-CC360A18213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دخلتُ بيتك وماء لرجلي لم تعطِ، أما هي فقد غسلتْ بالدموع رجلي ومسحتهما بشعرها. لم تقبل فمي، أما هي فمنذ دخلتُ بيتك لم تكف عن تقبيل قدمي. بزيت لم تدهن رأسي، أما هي فقد دهنت بالطيب قدمي. من أجل ذلك أقول لك إن خطاياها الكثيرة مغفورة لها، لأنها أحبت كثيرا. والذي يغفر له قليل يحب قليلا. ثم قال لها: مغفورة لك خطاياك. فبدأ المتكئون يقولون في نفوسهم: من هو هذا الآخر الذي يغفر</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Content Placeholder 2">
            <a:extLst>
              <a:ext uri="{FF2B5EF4-FFF2-40B4-BE49-F238E27FC236}">
                <a16:creationId xmlns:a16="http://schemas.microsoft.com/office/drawing/2014/main" id="{7165CE0B-7D2C-4683-B26B-A67C17595300}"/>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الخطايا؟! فقال للمرأة: إن إيمانك قد خلصكِ، فاذهبي بسلام.</a:t>
            </a:r>
          </a:p>
        </p:txBody>
      </p:sp>
      <p:sp>
        <p:nvSpPr>
          <p:cNvPr id="110595" name="TextBox 3">
            <a:extLst>
              <a:ext uri="{FF2B5EF4-FFF2-40B4-BE49-F238E27FC236}">
                <a16:creationId xmlns:a16="http://schemas.microsoft.com/office/drawing/2014/main" id="{355B5C60-C543-45FF-A534-7A82E59C6E0F}"/>
              </a:ext>
            </a:extLst>
          </p:cNvPr>
          <p:cNvSpPr txBox="1">
            <a:spLocks noChangeArrowheads="1"/>
          </p:cNvSpPr>
          <p:nvPr/>
        </p:nvSpPr>
        <p:spPr bwMode="auto">
          <a:xfrm>
            <a:off x="0" y="1524000"/>
            <a:ext cx="342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C980A6AA-EB7D-46D5-8C05-CC326243F03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الخدمة الثانية</a:t>
            </a:r>
            <a:endParaRPr lang="en-US" altLang="ar-EG" sz="4800"/>
          </a:p>
        </p:txBody>
      </p:sp>
      <p:sp>
        <p:nvSpPr>
          <p:cNvPr id="111619" name="Content Placeholder 2">
            <a:extLst>
              <a:ext uri="{FF2B5EF4-FFF2-40B4-BE49-F238E27FC236}">
                <a16:creationId xmlns:a16="http://schemas.microsoft.com/office/drawing/2014/main" id="{2F3D9478-CB7B-4E33-A7C6-8F70636D233B}"/>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أعطني يا رب ينابيع دموع كثيرة، كما أعطيت منذ القديم للمرأة الخاطئة. واجعلني مستحقا أن أبل قدميك اللتين أعتقتاني من طريق الضلالة. وأقدم لك طيبا فائق</a:t>
            </a:r>
            <a:r>
              <a:rPr lang="ar-EG" altLang="ar-EG" sz="4800" b="1">
                <a:cs typeface="Times New Roman" panose="02020603050405020304" pitchFamily="18" charset="0"/>
              </a:rPr>
              <a:t>ً</a:t>
            </a:r>
            <a:r>
              <a:rPr lang="ar-SA" altLang="ar-EG" sz="4800" b="1">
                <a:cs typeface="Times New Roman" panose="02020603050405020304" pitchFamily="18" charset="0"/>
              </a:rPr>
              <a:t>ا، وأقتني لي عمر</a:t>
            </a:r>
            <a:r>
              <a:rPr lang="ar-EG" altLang="ar-EG" sz="4800" b="1">
                <a:cs typeface="Times New Roman" panose="02020603050405020304" pitchFamily="18" charset="0"/>
              </a:rPr>
              <a:t>ً</a:t>
            </a:r>
            <a:r>
              <a:rPr lang="ar-SA" altLang="ar-EG" sz="4800" b="1">
                <a:cs typeface="Times New Roman" panose="02020603050405020304" pitchFamily="18" charset="0"/>
              </a:rPr>
              <a:t>ا نقي</a:t>
            </a:r>
            <a:r>
              <a:rPr lang="ar-EG" altLang="ar-EG" sz="4800" b="1">
                <a:cs typeface="Times New Roman" panose="02020603050405020304" pitchFamily="18" charset="0"/>
              </a:rPr>
              <a:t>ً</a:t>
            </a:r>
            <a:r>
              <a:rPr lang="ar-SA" altLang="ar-EG" sz="4800" b="1">
                <a:cs typeface="Times New Roman" panose="02020603050405020304" pitchFamily="18" charset="0"/>
              </a:rPr>
              <a:t>ا بالتوبة. لكي أسمع أنا ذلك الصوت الممتلئ فرحًا: إن إيمانك خلصك</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r>
              <a:rPr lang="ar-EG" altLang="ar-EG" sz="4800" b="1">
                <a:solidFill>
                  <a:srgbClr val="FFC000"/>
                </a:solidFill>
                <a:cs typeface="Times New Roman" panose="02020603050405020304" pitchFamily="18" charset="0"/>
              </a:rPr>
              <a:t>... </a:t>
            </a:r>
            <a:r>
              <a:rPr lang="ar-SA" altLang="ar-EG" sz="4800" b="1">
                <a:solidFill>
                  <a:srgbClr val="FFC000"/>
                </a:solidFill>
                <a:cs typeface="Times New Roman" panose="02020603050405020304" pitchFamily="18" charset="0"/>
              </a:rPr>
              <a:t>)</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Content Placeholder 2">
            <a:extLst>
              <a:ext uri="{FF2B5EF4-FFF2-40B4-BE49-F238E27FC236}">
                <a16:creationId xmlns:a16="http://schemas.microsoft.com/office/drawing/2014/main" id="{DB1F891A-3C41-4EE3-8CF0-275C3BBFD005}"/>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ما تفطنت في كثرة أعمالي الرديئة ويأتي على قلبي فكر تلك الدينونة الرهيبة تأخذني رعدة، فأهرب إليك يا الله محب البشر. فلا تصرف وجهك عني، متضرعا إليك يا من أنت وحدك بلا خطية، أنعم على نفسي المسكينة بتخشع قبل أن يأتي الانقضاء وخلصني</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Content Placeholder 2">
            <a:extLst>
              <a:ext uri="{FF2B5EF4-FFF2-40B4-BE49-F238E27FC236}">
                <a16:creationId xmlns:a16="http://schemas.microsoft.com/office/drawing/2014/main" id="{D05D0008-09DE-4ECF-AE91-43A1EE0B960F}"/>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السموات تطوبك أيتها الممتلئة نعمة،</a:t>
            </a:r>
            <a:r>
              <a:rPr lang="ar-EG" altLang="ar-EG" sz="4800" b="1">
                <a:cs typeface="Times New Roman" panose="02020603050405020304" pitchFamily="18" charset="0"/>
              </a:rPr>
              <a:t> </a:t>
            </a:r>
            <a:r>
              <a:rPr lang="ar-SA" altLang="ar-EG" sz="4800" b="1">
                <a:cs typeface="Times New Roman" panose="02020603050405020304" pitchFamily="18" charset="0"/>
              </a:rPr>
              <a:t>العروس التي بلا زواج. ونحن أيضا نمجد ميلادك غير المدرك. يا والدة الإله يا أم الرحمة والخلاص، تشفعي من أجل خلاص نفوسنا</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Content Placeholder 2">
            <a:extLst>
              <a:ext uri="{FF2B5EF4-FFF2-40B4-BE49-F238E27FC236}">
                <a16:creationId xmlns:a16="http://schemas.microsoft.com/office/drawing/2014/main" id="{CDC1B968-FA4E-4C20-A424-39E6BE9C356A}"/>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الملك السمائي المعزى، روح الحق، الحاضر في كل مكان والمالئ الكل، كنز الصالحات، ومعطى الحياة، هلم تفضل وحل فينا، وطهرنا من كل دنس أيها الصالح، وخلص نفوسنا. </a:t>
            </a:r>
            <a:r>
              <a:rPr lang="ar-SA" altLang="ar-EG" sz="4800" b="1">
                <a:solidFill>
                  <a:srgbClr val="FFC000"/>
                </a:solidFill>
                <a:cs typeface="Times New Roman" panose="02020603050405020304" pitchFamily="18" charset="0"/>
              </a:rPr>
              <a:t>(ذوكصابترى… )</a:t>
            </a:r>
          </a:p>
        </p:txBody>
      </p:sp>
      <p:sp>
        <p:nvSpPr>
          <p:cNvPr id="3" name="Content Placeholder 2">
            <a:extLst>
              <a:ext uri="{FF2B5EF4-FFF2-40B4-BE49-F238E27FC236}">
                <a16:creationId xmlns:a16="http://schemas.microsoft.com/office/drawing/2014/main" id="{30F4B1A4-6681-4DCC-BE94-2320838B036F}"/>
              </a:ext>
            </a:extLst>
          </p:cNvPr>
          <p:cNvSpPr txBox="1">
            <a:spLocks/>
          </p:cNvSpPr>
          <p:nvPr/>
        </p:nvSpPr>
        <p:spPr bwMode="auto">
          <a:xfrm>
            <a:off x="0" y="3786188"/>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كما كنت تلاميذك أيها المخلص وأعطيتهم السلام، هلم أيضا كن معنا وامنحنا سلامك وخلصنا ونج نفوسنا. </a:t>
            </a:r>
            <a:r>
              <a:rPr lang="ar-SA" sz="4800" b="1" kern="0" dirty="0">
                <a:solidFill>
                  <a:srgbClr val="FFC000"/>
                </a:solidFill>
                <a:cs typeface="Times New Roman" panose="02020603050405020304" pitchFamily="18" charset="0"/>
              </a:rPr>
              <a:t>(كى نين.. )</a:t>
            </a: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Content Placeholder 2">
            <a:extLst>
              <a:ext uri="{FF2B5EF4-FFF2-40B4-BE49-F238E27FC236}">
                <a16:creationId xmlns:a16="http://schemas.microsoft.com/office/drawing/2014/main" id="{02984B43-36F9-4E65-818A-95B657203AA9}"/>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ما وقفنا في هيكلك المقدس نحسب كالقيام في السماء. يا والدة الإله، أنت هي باب السماء، افتحي لنا باب الرحمة.</a:t>
            </a:r>
            <a:endParaRPr lang="ar-SA" altLang="ar-EG" sz="4800" b="1">
              <a:solidFill>
                <a:srgbClr val="FFC000"/>
              </a:solidFill>
              <a:cs typeface="Times New Roman" panose="02020603050405020304" pitchFamily="18" charset="0"/>
            </a:endParaRPr>
          </a:p>
        </p:txBody>
      </p:sp>
      <p:sp>
        <p:nvSpPr>
          <p:cNvPr id="115715" name="Rectangle 2">
            <a:extLst>
              <a:ext uri="{FF2B5EF4-FFF2-40B4-BE49-F238E27FC236}">
                <a16:creationId xmlns:a16="http://schemas.microsoft.com/office/drawing/2014/main" id="{90A5C411-A901-47AF-846D-86D313FF7F75}"/>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a:extLst>
              <a:ext uri="{FF2B5EF4-FFF2-40B4-BE49-F238E27FC236}">
                <a16:creationId xmlns:a16="http://schemas.microsoft.com/office/drawing/2014/main" id="{8B67A42F-2B3D-44E0-A5A1-6457EDE515D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116739" name="Content Placeholder 2">
            <a:extLst>
              <a:ext uri="{FF2B5EF4-FFF2-40B4-BE49-F238E27FC236}">
                <a16:creationId xmlns:a16="http://schemas.microsoft.com/office/drawing/2014/main" id="{53BDA88D-EB11-45CA-ABBF-AC330193A23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Content Placeholder 2">
            <a:extLst>
              <a:ext uri="{FF2B5EF4-FFF2-40B4-BE49-F238E27FC236}">
                <a16:creationId xmlns:a16="http://schemas.microsoft.com/office/drawing/2014/main" id="{DE70B423-1639-4070-B655-05B8DDE23EF0}"/>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Rectangle 164">
            <a:hlinkClick r:id="rId2" action="ppaction://hlinksldjump"/>
            <a:extLst>
              <a:ext uri="{FF2B5EF4-FFF2-40B4-BE49-F238E27FC236}">
                <a16:creationId xmlns:a16="http://schemas.microsoft.com/office/drawing/2014/main" id="{D46C6831-D38F-485D-9AED-BDF33A5DE44F}"/>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129 من الأعماق</a:t>
            </a:r>
          </a:p>
        </p:txBody>
      </p:sp>
      <p:sp>
        <p:nvSpPr>
          <p:cNvPr id="166" name="Rectangle 165">
            <a:hlinkClick r:id="rId3" action="ppaction://hlinksldjump"/>
            <a:extLst>
              <a:ext uri="{FF2B5EF4-FFF2-40B4-BE49-F238E27FC236}">
                <a16:creationId xmlns:a16="http://schemas.microsoft.com/office/drawing/2014/main" id="{183ED623-F48A-45B7-A0AB-35C07F065FB8}"/>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130 يا رب لم يرتفع</a:t>
            </a:r>
          </a:p>
        </p:txBody>
      </p:sp>
      <p:sp>
        <p:nvSpPr>
          <p:cNvPr id="167" name="Rectangle 166">
            <a:hlinkClick r:id="rId4" action="ppaction://hlinksldjump"/>
            <a:extLst>
              <a:ext uri="{FF2B5EF4-FFF2-40B4-BE49-F238E27FC236}">
                <a16:creationId xmlns:a16="http://schemas.microsoft.com/office/drawing/2014/main" id="{119A34D5-C927-4A91-A9CF-4B648AFC365E}"/>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131 اذكر يا رب داود</a:t>
            </a:r>
          </a:p>
        </p:txBody>
      </p:sp>
      <p:sp>
        <p:nvSpPr>
          <p:cNvPr id="168" name="Rectangle 167">
            <a:hlinkClick r:id="rId5" action="ppaction://hlinksldjump"/>
            <a:extLst>
              <a:ext uri="{FF2B5EF4-FFF2-40B4-BE49-F238E27FC236}">
                <a16:creationId xmlns:a16="http://schemas.microsoft.com/office/drawing/2014/main" id="{04E8E3BE-BCF3-4928-B85C-099B71E7872B}"/>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132 </a:t>
            </a:r>
            <a:r>
              <a:rPr lang="ar-EG" sz="4000" b="1" dirty="0" err="1">
                <a:solidFill>
                  <a:srgbClr val="FFC000"/>
                </a:solidFill>
                <a:cs typeface="Times New Roman" pitchFamily="18" charset="0"/>
              </a:rPr>
              <a:t>هوذا</a:t>
            </a:r>
            <a:r>
              <a:rPr lang="ar-EG" sz="4000" b="1" dirty="0">
                <a:solidFill>
                  <a:srgbClr val="FFC000"/>
                </a:solidFill>
                <a:cs typeface="Times New Roman" pitchFamily="18" charset="0"/>
              </a:rPr>
              <a:t> ما أحسن</a:t>
            </a:r>
          </a:p>
        </p:txBody>
      </p:sp>
      <p:sp>
        <p:nvSpPr>
          <p:cNvPr id="169" name="Rectangle 168">
            <a:hlinkClick r:id="rId6" action="ppaction://hlinksldjump"/>
            <a:extLst>
              <a:ext uri="{FF2B5EF4-FFF2-40B4-BE49-F238E27FC236}">
                <a16:creationId xmlns:a16="http://schemas.microsoft.com/office/drawing/2014/main" id="{2A927A7A-35DD-4CD6-9C67-3AA751DE365C}"/>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133 ها باركوا الرب</a:t>
            </a:r>
          </a:p>
        </p:txBody>
      </p:sp>
      <p:sp>
        <p:nvSpPr>
          <p:cNvPr id="170" name="Rectangle 169">
            <a:hlinkClick r:id="rId7" action="ppaction://hlinksldjump"/>
            <a:extLst>
              <a:ext uri="{FF2B5EF4-FFF2-40B4-BE49-F238E27FC236}">
                <a16:creationId xmlns:a16="http://schemas.microsoft.com/office/drawing/2014/main" id="{2E094D67-94C8-43C7-9EE7-8E7BC7F50266}"/>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136 على أنهار بابل</a:t>
            </a:r>
          </a:p>
        </p:txBody>
      </p:sp>
      <p:sp>
        <p:nvSpPr>
          <p:cNvPr id="171" name="Rectangle 170">
            <a:hlinkClick r:id="rId8" action="ppaction://hlinksldjump"/>
            <a:extLst>
              <a:ext uri="{FF2B5EF4-FFF2-40B4-BE49-F238E27FC236}">
                <a16:creationId xmlns:a16="http://schemas.microsoft.com/office/drawing/2014/main" id="{AC118AAD-9C7B-4592-B7F8-9729DB8FE637}"/>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147 سبحي الرب</a:t>
            </a:r>
          </a:p>
        </p:txBody>
      </p:sp>
      <p:sp>
        <p:nvSpPr>
          <p:cNvPr id="172" name="Rectangle 171">
            <a:hlinkClick r:id="rId9" action="ppaction://hlinksldjump"/>
            <a:extLst>
              <a:ext uri="{FF2B5EF4-FFF2-40B4-BE49-F238E27FC236}">
                <a16:creationId xmlns:a16="http://schemas.microsoft.com/office/drawing/2014/main" id="{452F66D4-112D-4BBD-B038-A0254946E920}"/>
              </a:ext>
            </a:extLst>
          </p:cNvPr>
          <p:cNvSpPr/>
          <p:nvPr/>
        </p:nvSpPr>
        <p:spPr>
          <a:xfrm flipH="1">
            <a:off x="76199" y="676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137 أعترف لك يا رب</a:t>
            </a:r>
          </a:p>
        </p:txBody>
      </p:sp>
      <p:sp>
        <p:nvSpPr>
          <p:cNvPr id="173" name="Rectangle 172">
            <a:hlinkClick r:id="rId10" action="ppaction://hlinksldjump"/>
            <a:extLst>
              <a:ext uri="{FF2B5EF4-FFF2-40B4-BE49-F238E27FC236}">
                <a16:creationId xmlns:a16="http://schemas.microsoft.com/office/drawing/2014/main" id="{2E92B57B-8087-4C64-8E4A-9772FB8851FC}"/>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140 يا رب إليك صرخت</a:t>
            </a:r>
          </a:p>
        </p:txBody>
      </p:sp>
      <p:sp>
        <p:nvSpPr>
          <p:cNvPr id="174" name="Rectangle 173">
            <a:hlinkClick r:id="rId11" action="ppaction://hlinksldjump"/>
            <a:extLst>
              <a:ext uri="{FF2B5EF4-FFF2-40B4-BE49-F238E27FC236}">
                <a16:creationId xmlns:a16="http://schemas.microsoft.com/office/drawing/2014/main" id="{27B48795-1023-48FE-9F22-D862B6AE0B2C}"/>
              </a:ext>
            </a:extLst>
          </p:cNvPr>
          <p:cNvSpPr/>
          <p:nvPr/>
        </p:nvSpPr>
        <p:spPr>
          <a:xfrm flipH="1">
            <a:off x="76199" y="2454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141 بصوتي إلى الرب</a:t>
            </a:r>
          </a:p>
        </p:txBody>
      </p:sp>
      <p:sp>
        <p:nvSpPr>
          <p:cNvPr id="175" name="Rectangle 174">
            <a:hlinkClick r:id="rId12" action="ppaction://hlinksldjump"/>
            <a:extLst>
              <a:ext uri="{FF2B5EF4-FFF2-40B4-BE49-F238E27FC236}">
                <a16:creationId xmlns:a16="http://schemas.microsoft.com/office/drawing/2014/main" id="{1A6281AC-1B6E-4CEC-83FE-D30D1B8CFBC7}"/>
              </a:ext>
            </a:extLst>
          </p:cNvPr>
          <p:cNvSpPr/>
          <p:nvPr/>
        </p:nvSpPr>
        <p:spPr>
          <a:xfrm flipH="1">
            <a:off x="76199" y="3343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145 سبحي يا نفسى</a:t>
            </a:r>
          </a:p>
        </p:txBody>
      </p:sp>
      <p:sp>
        <p:nvSpPr>
          <p:cNvPr id="176" name="Rectangle 175">
            <a:hlinkClick r:id="rId13" action="ppaction://hlinksldjump"/>
            <a:extLst>
              <a:ext uri="{FF2B5EF4-FFF2-40B4-BE49-F238E27FC236}">
                <a16:creationId xmlns:a16="http://schemas.microsoft.com/office/drawing/2014/main" id="{A9A706B0-DC04-4125-8390-4BA089E6492B}"/>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146 سبحوا الرب</a:t>
            </a:r>
          </a:p>
        </p:txBody>
      </p:sp>
      <p:sp>
        <p:nvSpPr>
          <p:cNvPr id="177" name="Rectangle 176">
            <a:hlinkClick r:id="rId14" action="ppaction://hlinksldjump"/>
            <a:extLst>
              <a:ext uri="{FF2B5EF4-FFF2-40B4-BE49-F238E27FC236}">
                <a16:creationId xmlns:a16="http://schemas.microsoft.com/office/drawing/2014/main" id="{81644F72-A7C5-4E76-B6CD-4265EF342024}"/>
              </a:ext>
            </a:extLst>
          </p:cNvPr>
          <p:cNvSpPr/>
          <p:nvPr/>
        </p:nvSpPr>
        <p:spPr>
          <a:xfrm flipH="1">
            <a:off x="2378596"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118825" name="Title 1">
            <a:extLst>
              <a:ext uri="{FF2B5EF4-FFF2-40B4-BE49-F238E27FC236}">
                <a16:creationId xmlns:a16="http://schemas.microsoft.com/office/drawing/2014/main" id="{DB13A349-E721-443D-9909-9A1F8FA47ABE}"/>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نصف الليل (الخدمة الثالثة)</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a:extLst>
              <a:ext uri="{FF2B5EF4-FFF2-40B4-BE49-F238E27FC236}">
                <a16:creationId xmlns:a16="http://schemas.microsoft.com/office/drawing/2014/main" id="{61FEC5CB-2975-4E86-B406-84487122068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(1) المزمور المائة والتاسع والعشرون</a:t>
            </a:r>
            <a:endParaRPr lang="en-US" altLang="ar-EG" sz="4800"/>
          </a:p>
        </p:txBody>
      </p:sp>
      <p:sp>
        <p:nvSpPr>
          <p:cNvPr id="119811" name="Content Placeholder 2">
            <a:extLst>
              <a:ext uri="{FF2B5EF4-FFF2-40B4-BE49-F238E27FC236}">
                <a16:creationId xmlns:a16="http://schemas.microsoft.com/office/drawing/2014/main" id="{B89C8B56-5419-4AE2-BF6B-53C39B846F3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من الأعماق صرخت إليك يا رب، يا رب استمع صوتي. لتكن أذناك مصغيتين إلى صوت تضرعي. إن كنت للآثام راصدا يا رب، يا رب من يثبت لأن من عندك المغفرة. من أجل اسمك صبرْتُ لك يا رب، صبرَتْ نفسي لناموسك. انتظرت نفسي الرب من محرس الصبح إلى الليل. من محرس الصبح فلينتظر إسرائيل الرب. لأن الرحمة من عند الرب. عظيم هو</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Content Placeholder 2">
            <a:extLst>
              <a:ext uri="{FF2B5EF4-FFF2-40B4-BE49-F238E27FC236}">
                <a16:creationId xmlns:a16="http://schemas.microsoft.com/office/drawing/2014/main" id="{C087053B-2750-4C32-B410-20119E017652}"/>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خلاصه وهو يفتدي إسرائيل من كل آثامه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0835" name="TextBox 3">
            <a:extLst>
              <a:ext uri="{FF2B5EF4-FFF2-40B4-BE49-F238E27FC236}">
                <a16:creationId xmlns:a16="http://schemas.microsoft.com/office/drawing/2014/main" id="{3C377CF7-E740-4737-A5AC-12484F58F41F}"/>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8BB490A2-9D7E-48E2-BE23-E2E0C893E255}"/>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id="{8B0BBB76-D0BE-4907-9FC9-C10CB774138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a:extLst>
              <a:ext uri="{FF2B5EF4-FFF2-40B4-BE49-F238E27FC236}">
                <a16:creationId xmlns:a16="http://schemas.microsoft.com/office/drawing/2014/main" id="{54367B45-5057-42FB-93C2-211443ED546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المائة والثلاثون</a:t>
            </a:r>
            <a:endParaRPr lang="en-US" altLang="ar-EG" sz="4800"/>
          </a:p>
        </p:txBody>
      </p:sp>
      <p:sp>
        <p:nvSpPr>
          <p:cNvPr id="121859" name="Content Placeholder 2">
            <a:extLst>
              <a:ext uri="{FF2B5EF4-FFF2-40B4-BE49-F238E27FC236}">
                <a16:creationId xmlns:a16="http://schemas.microsoft.com/office/drawing/2014/main" id="{14641EE7-B400-4FB1-AA1D-8965DA48EBEF}"/>
              </a:ext>
            </a:extLst>
          </p:cNvPr>
          <p:cNvSpPr>
            <a:spLocks noGrp="1"/>
          </p:cNvSpPr>
          <p:nvPr>
            <p:ph idx="4294967295"/>
          </p:nvPr>
        </p:nvSpPr>
        <p:spPr bwMode="auto">
          <a:xfrm>
            <a:off x="0" y="76200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لم يرتفع قلبي، ولم تستعلِ عيناي، ولم أسلك في العظائم ولا في العجائب التي هي أعلى مني. فان كنت لم أتضع لكن رفعت صوتي مثل الفطيم من اللبن على أمه، كذلك المجازاة على نفسي. فليتكل إسرائيل على الرب من الآن والى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1860" name="TextBox 3">
            <a:extLst>
              <a:ext uri="{FF2B5EF4-FFF2-40B4-BE49-F238E27FC236}">
                <a16:creationId xmlns:a16="http://schemas.microsoft.com/office/drawing/2014/main" id="{975FA7A3-B682-41F8-84CE-FFA2AEE09353}"/>
              </a:ext>
            </a:extLst>
          </p:cNvPr>
          <p:cNvSpPr txBox="1">
            <a:spLocks noChangeArrowheads="1"/>
          </p:cNvSpPr>
          <p:nvPr/>
        </p:nvSpPr>
        <p:spPr bwMode="auto">
          <a:xfrm>
            <a:off x="0" y="457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455AF938-5187-4BF8-A9AD-9B10FD713F00}"/>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10" name="Rectangle 9">
            <a:hlinkClick r:id="rId3" action="ppaction://hlinksldjump"/>
            <a:extLst>
              <a:ext uri="{FF2B5EF4-FFF2-40B4-BE49-F238E27FC236}">
                <a16:creationId xmlns:a16="http://schemas.microsoft.com/office/drawing/2014/main" id="{1CFEBB63-EA48-4F9C-A728-3853C82E3B8C}"/>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636580DE-4371-4C03-AD5F-1540452434F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المائة والحادي والثلاثون</a:t>
            </a:r>
            <a:endParaRPr lang="en-US" altLang="ar-EG" sz="4800"/>
          </a:p>
        </p:txBody>
      </p:sp>
      <p:sp>
        <p:nvSpPr>
          <p:cNvPr id="122883" name="Content Placeholder 2">
            <a:extLst>
              <a:ext uri="{FF2B5EF4-FFF2-40B4-BE49-F238E27FC236}">
                <a16:creationId xmlns:a16="http://schemas.microsoft.com/office/drawing/2014/main" id="{46706A86-A7DB-49C9-A6A9-B5757178B4E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اذكر يا رب داود وكل دعته، كيف أقسم للرب ونذر لإله يعقوب: إني لا أدخل إلى مسكن بيتي، ولا أصعد على سرير فراشي، ولا أعطى لعيني نوما، ولا لأجفاني نعاسا، ولا راحة لصدغيَّ، إلى أن أجد موضعا للرب ومسكنا لإله يعقوبَ. ها قد سمعنا به في افراته ووجدناه في موضع الغابة. فلندخل إلى مساكنه ونسجد في الموضع الذي فيه استقرت قدماه. قم يا رب إلى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Content Placeholder 2">
            <a:extLst>
              <a:ext uri="{FF2B5EF4-FFF2-40B4-BE49-F238E27FC236}">
                <a16:creationId xmlns:a16="http://schemas.microsoft.com/office/drawing/2014/main" id="{5DA7AD48-1F6C-4EFE-B6A7-03D59A1B6EE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راحتك أنت وتابوت موضع قدسك. كهنتك يلبسون البر وأبرارك يبتهجون. من أجل داود عبدك لا ترد وجهك عن مسيحك. حلف الرب لداود حقا ولا يخلف: لأجعَلنَّ من ثمرة بطنك على كرسيك. إن حفظ بنوك عهدي وشهاداتي التي أعلمهم إياها، فبنوهم أيضا يجلسون إلى الأبد على كرسيك. لأن الرب اختار صهيون ورضيها مسكننا له. هذا هو موضع راحتي إلى أبد الأبد، ههنا أسكن لأني أردته. لصيدها أبارك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Content Placeholder 2">
            <a:extLst>
              <a:ext uri="{FF2B5EF4-FFF2-40B4-BE49-F238E27FC236}">
                <a16:creationId xmlns:a16="http://schemas.microsoft.com/office/drawing/2014/main" id="{F9A8684D-D664-4943-BDE6-D3BC301B61F3}"/>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بركة، لمساكينها أشبع خبزا، لكهنتها ألبس الخلاص وأبرارها يبتهجون ابتهاجا. هناك أقيم قرنا لداود. هيأتُ سراجا لمسيحي. لأعدائه ألبس الخزي وعليه يزهر قدسي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4931" name="TextBox 3">
            <a:extLst>
              <a:ext uri="{FF2B5EF4-FFF2-40B4-BE49-F238E27FC236}">
                <a16:creationId xmlns:a16="http://schemas.microsoft.com/office/drawing/2014/main" id="{C9292B92-1404-4B2B-BF98-F081FD4F8B25}"/>
              </a:ext>
            </a:extLst>
          </p:cNvPr>
          <p:cNvSpPr txBox="1">
            <a:spLocks noChangeArrowheads="1"/>
          </p:cNvSpPr>
          <p:nvPr/>
        </p:nvSpPr>
        <p:spPr bwMode="auto">
          <a:xfrm>
            <a:off x="0" y="2971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79579360-6F5D-4FAB-9990-4A444D1B935C}"/>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D0ACC839-BBCF-4D45-A918-67F6DF902C17}"/>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6E3D5DBA-CDD4-492C-B749-523033E3B05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المائة والثاني والثلاثون</a:t>
            </a:r>
            <a:endParaRPr lang="en-US" altLang="ar-EG" sz="4800"/>
          </a:p>
        </p:txBody>
      </p:sp>
      <p:sp>
        <p:nvSpPr>
          <p:cNvPr id="125955" name="Content Placeholder 2">
            <a:extLst>
              <a:ext uri="{FF2B5EF4-FFF2-40B4-BE49-F238E27FC236}">
                <a16:creationId xmlns:a16="http://schemas.microsoft.com/office/drawing/2014/main" id="{8C8D5449-ADDA-44A6-9615-AF14248B5DFB}"/>
              </a:ext>
            </a:extLst>
          </p:cNvPr>
          <p:cNvSpPr>
            <a:spLocks noGrp="1"/>
          </p:cNvSpPr>
          <p:nvPr>
            <p:ph idx="4294967295"/>
          </p:nvPr>
        </p:nvSpPr>
        <p:spPr bwMode="auto">
          <a:xfrm>
            <a:off x="0" y="76200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هوذا ما أحسن وما أحلي أن يسكن الاخوة معا. كالطيب الكائن على الرأس الذي ينزل على اللحية، لحية هارون النازلة على جيب قميصه. ومثل ندى حرمون المنحدر على جبل صهيون. لأن هناك أمر الرب بالبركة والحياة إلى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5956" name="TextBox 3">
            <a:extLst>
              <a:ext uri="{FF2B5EF4-FFF2-40B4-BE49-F238E27FC236}">
                <a16:creationId xmlns:a16="http://schemas.microsoft.com/office/drawing/2014/main" id="{DDC4EC9A-1B1F-4A41-B57A-818FBF2A465E}"/>
              </a:ext>
            </a:extLst>
          </p:cNvPr>
          <p:cNvSpPr txBox="1">
            <a:spLocks noChangeArrowheads="1"/>
          </p:cNvSpPr>
          <p:nvPr/>
        </p:nvSpPr>
        <p:spPr bwMode="auto">
          <a:xfrm>
            <a:off x="0" y="457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3CC2E4A4-388D-49E0-8D00-E8C0ABDE3416}"/>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10" name="Rectangle 9">
            <a:hlinkClick r:id="rId3" action="ppaction://hlinksldjump"/>
            <a:extLst>
              <a:ext uri="{FF2B5EF4-FFF2-40B4-BE49-F238E27FC236}">
                <a16:creationId xmlns:a16="http://schemas.microsoft.com/office/drawing/2014/main" id="{AB4CF103-73AF-47B8-B25B-23213E213224}"/>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E954042B-8345-4E48-889C-6C05EE51530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المائة والثالث والثلاثون</a:t>
            </a:r>
            <a:endParaRPr lang="en-US" altLang="ar-EG" sz="4800"/>
          </a:p>
        </p:txBody>
      </p:sp>
      <p:sp>
        <p:nvSpPr>
          <p:cNvPr id="126979" name="Content Placeholder 2">
            <a:extLst>
              <a:ext uri="{FF2B5EF4-FFF2-40B4-BE49-F238E27FC236}">
                <a16:creationId xmlns:a16="http://schemas.microsoft.com/office/drawing/2014/main" id="{A392E37D-4DEB-4611-B368-4B6ADA78909A}"/>
              </a:ext>
            </a:extLst>
          </p:cNvPr>
          <p:cNvSpPr>
            <a:spLocks noGrp="1"/>
          </p:cNvSpPr>
          <p:nvPr>
            <p:ph idx="4294967295"/>
          </p:nvPr>
        </p:nvSpPr>
        <p:spPr bwMode="auto">
          <a:xfrm>
            <a:off x="0" y="76200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ها باركوا الربَّ يا عبيدَ الرب، القائمين في بيت الرب في ديار إلهنا. في الليالي ارفعوا أيديكم إلى القدس وباركوا الرب. يبارككم الرب من صهيون الذي خلق السماء والأرض</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6980" name="TextBox 3">
            <a:extLst>
              <a:ext uri="{FF2B5EF4-FFF2-40B4-BE49-F238E27FC236}">
                <a16:creationId xmlns:a16="http://schemas.microsoft.com/office/drawing/2014/main" id="{64971208-55B1-446D-8A37-CC7CC1BE0602}"/>
              </a:ext>
            </a:extLst>
          </p:cNvPr>
          <p:cNvSpPr txBox="1">
            <a:spLocks noChangeArrowheads="1"/>
          </p:cNvSpPr>
          <p:nvPr/>
        </p:nvSpPr>
        <p:spPr bwMode="auto">
          <a:xfrm>
            <a:off x="0" y="37099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14754ED5-A362-4ECD-83DF-8CFC584FFA07}"/>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10" name="Rectangle 9">
            <a:hlinkClick r:id="rId3" action="ppaction://hlinksldjump"/>
            <a:extLst>
              <a:ext uri="{FF2B5EF4-FFF2-40B4-BE49-F238E27FC236}">
                <a16:creationId xmlns:a16="http://schemas.microsoft.com/office/drawing/2014/main" id="{28E460EC-11A7-47CA-B737-BCD9B36D2F2D}"/>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a:extLst>
              <a:ext uri="{FF2B5EF4-FFF2-40B4-BE49-F238E27FC236}">
                <a16:creationId xmlns:a16="http://schemas.microsoft.com/office/drawing/2014/main" id="{89D270F3-BEF9-4B67-A4AA-3ECB843FDF4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المائة والسادس والثلاثون</a:t>
            </a:r>
            <a:endParaRPr lang="en-US" altLang="ar-EG" sz="4800"/>
          </a:p>
        </p:txBody>
      </p:sp>
      <p:sp>
        <p:nvSpPr>
          <p:cNvPr id="128003" name="Content Placeholder 2">
            <a:extLst>
              <a:ext uri="{FF2B5EF4-FFF2-40B4-BE49-F238E27FC236}">
                <a16:creationId xmlns:a16="http://schemas.microsoft.com/office/drawing/2014/main" id="{54F04000-FE92-425C-9F13-7C9DAEB6E50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على أنهار بابل هناك جلسنا، فبكينا عندما تذكرنا صهيون. على الصفصاف في وسطها علقنا قيثاراتنا، لأنه هناك سألنا الذين سبونا أقوالَ التسبيح. والذين استاقونا إلى هناك قالوا: سبحوا لنا تسبحة من تسابيح صهيون. كيف نسبِّح تسبحة الرب في أرض غريبة. إن نسيتك يا أورشليم أنسَ يميني، ويلتصق لساني بحنكي إن لم أذكرك، إن لم أفضل أورشليم في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Content Placeholder 2">
            <a:extLst>
              <a:ext uri="{FF2B5EF4-FFF2-40B4-BE49-F238E27FC236}">
                <a16:creationId xmlns:a16="http://schemas.microsoft.com/office/drawing/2014/main" id="{A805C01F-DDB1-45D6-A09E-BFB2730B6810}"/>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ابتداء فرحي. اذكر يا رب بني أدوم في يوم أورشليم القائلين: انقضوا انقضوا حتى الأساس منها. يا بنت بابل الشقية طوبى لمن يكافئك مكافأتك التي جازيتينا. طوبى لمن يمسك أطفالك ويدفنهم عند الصخرة</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9027" name="TextBox 3">
            <a:extLst>
              <a:ext uri="{FF2B5EF4-FFF2-40B4-BE49-F238E27FC236}">
                <a16:creationId xmlns:a16="http://schemas.microsoft.com/office/drawing/2014/main" id="{448C3C46-7B7C-4788-8F88-79B5E6018FBF}"/>
              </a:ext>
            </a:extLst>
          </p:cNvPr>
          <p:cNvSpPr txBox="1">
            <a:spLocks noChangeArrowheads="1"/>
          </p:cNvSpPr>
          <p:nvPr/>
        </p:nvSpPr>
        <p:spPr bwMode="auto">
          <a:xfrm>
            <a:off x="0" y="3581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9EDAB33B-45DA-4E18-B248-32E6C8E6154B}"/>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DB55E7A0-F87A-4C1B-93D1-1703310B3D7D}"/>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a:extLst>
              <a:ext uri="{FF2B5EF4-FFF2-40B4-BE49-F238E27FC236}">
                <a16:creationId xmlns:a16="http://schemas.microsoft.com/office/drawing/2014/main" id="{9CD38950-74CA-4B52-AA95-1748465A145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المائة والسابع والثلاثون</a:t>
            </a:r>
            <a:endParaRPr lang="en-US" altLang="ar-EG" sz="4800"/>
          </a:p>
        </p:txBody>
      </p:sp>
      <p:sp>
        <p:nvSpPr>
          <p:cNvPr id="130051" name="Content Placeholder 2">
            <a:extLst>
              <a:ext uri="{FF2B5EF4-FFF2-40B4-BE49-F238E27FC236}">
                <a16:creationId xmlns:a16="http://schemas.microsoft.com/office/drawing/2014/main" id="{B96869C6-C902-4BB1-8ADE-3E7DCF6AA064}"/>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أعترف لك يا رب من كل قلبي لأنك استمعت كل كلمات فمي. أمام الملائكة أرتل لك وأسجد قدام هيكلك المقدس، وأعترف لاسمك على رحمتك وحقك، لأنك قد عظمت اسمك القدوس على الكل. اليوم الذي أدعوك فيه أجبني بسرعة. تكثر التطلع على نفسي بقوة. فليعترف لك يا رب كل ملوك الأرض. لأنهم قد سمعوا سائر كلمات فمك وليسبحوا في طرق الرب. لأن مجد</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Content Placeholder 2">
            <a:extLst>
              <a:ext uri="{FF2B5EF4-FFF2-40B4-BE49-F238E27FC236}">
                <a16:creationId xmlns:a16="http://schemas.microsoft.com/office/drawing/2014/main" id="{77867E5E-09D8-4F81-9EEC-0FD64E674417}"/>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عظيم لأن الرب عال ويعاين المتواضعات والكائنات يعرفها من بعد. إن سلكت في وسط الشدة فإنك تحييني. على رجز الأعداء مددت يدك وخلصتني يمينك. الرب يجازي عني، يا رب رحمتك دائمة إلى الأبد. أعمال يديك يا رب لا تتركها</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31075" name="TextBox 3">
            <a:extLst>
              <a:ext uri="{FF2B5EF4-FFF2-40B4-BE49-F238E27FC236}">
                <a16:creationId xmlns:a16="http://schemas.microsoft.com/office/drawing/2014/main" id="{7020B413-234D-4C9B-B240-672074AC23AA}"/>
              </a:ext>
            </a:extLst>
          </p:cNvPr>
          <p:cNvSpPr txBox="1">
            <a:spLocks noChangeArrowheads="1"/>
          </p:cNvSpPr>
          <p:nvPr/>
        </p:nvSpPr>
        <p:spPr bwMode="auto">
          <a:xfrm>
            <a:off x="0" y="44275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C43926B5-5EB8-4A71-8C4E-F4EA869ACA4F}"/>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2195B0FF-5EF1-4626-9705-3B0B69866D91}"/>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9F6E7B67-0403-4E0D-A712-01EEAE6976D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المائة والأربعون</a:t>
            </a:r>
            <a:endParaRPr lang="en-US" altLang="ar-EG" sz="4800"/>
          </a:p>
        </p:txBody>
      </p:sp>
      <p:sp>
        <p:nvSpPr>
          <p:cNvPr id="132099" name="Content Placeholder 2">
            <a:extLst>
              <a:ext uri="{FF2B5EF4-FFF2-40B4-BE49-F238E27FC236}">
                <a16:creationId xmlns:a16="http://schemas.microsoft.com/office/drawing/2014/main" id="{05AE3121-88A0-495C-8D5C-07EC9E8EA1B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إليك صرخت فاستمع لي. أنصت إلى صوت تضرعي، إذا ما صرختُ إليك. لتسقم صلاتي كالبخور قدامك. وليكن رفع يدي كذبيحة مسائية. ضع يا رب حافظا لفمي، وبابا حصينا لشفتي. ولا تمل قلبي إلى كلام الشر، فيتعلل بعلل في الخطايا مع أناس فاعلي الإثم، ولا أتفق مع مختاريهم. فليؤدبني الصديق برحمة ويوبخني. أما زيت الخاطئ فلا يدهن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Content Placeholder 2">
            <a:extLst>
              <a:ext uri="{FF2B5EF4-FFF2-40B4-BE49-F238E27FC236}">
                <a16:creationId xmlns:a16="http://schemas.microsoft.com/office/drawing/2014/main" id="{5138C459-E039-4E72-9508-102F086FB64A}"/>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رأسي، لأن صلاتي أيضا بمسرة. قد ابتُلِع أقوياؤهم عند الصخرة، يسمعون كلماتي لأنهم استلذوا. مثل شحم الأرض انشقوا على الأرض. تبددت عظامهم عند الجحيم، لأن عيوننا إليك يا رب، يا رب عليك توكلت فلا تقتل نفسي. احفظني من الفخ الذي قد نصبوه لي. ومن شكوك فاعلي الإثم. يسقط الخطاة في شبكتهم، وأكون أنا وحدي حتى يجوزَ الإثم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33123" name="TextBox 3">
            <a:extLst>
              <a:ext uri="{FF2B5EF4-FFF2-40B4-BE49-F238E27FC236}">
                <a16:creationId xmlns:a16="http://schemas.microsoft.com/office/drawing/2014/main" id="{F6D2C2C2-364F-42C6-BA8E-0BD86565DABA}"/>
              </a:ext>
            </a:extLst>
          </p:cNvPr>
          <p:cNvSpPr txBox="1">
            <a:spLocks noChangeArrowheads="1"/>
          </p:cNvSpPr>
          <p:nvPr/>
        </p:nvSpPr>
        <p:spPr bwMode="auto">
          <a:xfrm>
            <a:off x="0" y="59515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01C0DCDC-4CA1-48E1-B79C-FABE08728E5D}"/>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712A321C-091B-4C66-A2B6-E03AB783E78D}"/>
              </a:ext>
            </a:extLst>
          </p:cNvPr>
          <p:cNvSpPr/>
          <p:nvPr/>
        </p:nvSpPr>
        <p:spPr>
          <a:xfrm flipH="1">
            <a:off x="19050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a:extLst>
              <a:ext uri="{FF2B5EF4-FFF2-40B4-BE49-F238E27FC236}">
                <a16:creationId xmlns:a16="http://schemas.microsoft.com/office/drawing/2014/main" id="{6E326F2F-AC39-4D26-8E5A-7FAD7640F77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(9) المزمور المائة والحادي والأربعون</a:t>
            </a:r>
            <a:endParaRPr lang="en-US" altLang="ar-EG" sz="4800"/>
          </a:p>
        </p:txBody>
      </p:sp>
      <p:sp>
        <p:nvSpPr>
          <p:cNvPr id="134147" name="Content Placeholder 2">
            <a:extLst>
              <a:ext uri="{FF2B5EF4-FFF2-40B4-BE49-F238E27FC236}">
                <a16:creationId xmlns:a16="http://schemas.microsoft.com/office/drawing/2014/main" id="{E39B63F5-3F42-4893-9EBD-3C39AB1DA93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بصوتي إلى الرب صرختُ، بصوتي إلى الرب تضرعتُ. أسكب أمامه توسلي. أبث لديه ضيقي، عند فناء روحي مني وأنت علمتَ سبلي. في الطريق التي أسلك أخفوا لي فخا، تأملت عن اليمين وأبصرت فلم يكن من يعرفني. ضاع المهرب مني وليس من يسأل عن نفسي. فصرختُ إليك يا رب وقلت: أنت هو رجائي وحظي في أرض الأحياء. أنصت إلى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2">
            <a:extLst>
              <a:ext uri="{FF2B5EF4-FFF2-40B4-BE49-F238E27FC236}">
                <a16:creationId xmlns:a16="http://schemas.microsoft.com/office/drawing/2014/main" id="{E6E1D382-88B5-4879-9861-BEF599E1057A}"/>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طلبتي فإنني قد تذللتُ جدا. نجني من الذين يضطهدونني لأنهم قد اعتزوا أكثر مني. أخرج من الحبس نفسي، لكي أشكر اسمك يا رب. إياي ينتظر الصديقون حتى تجازيني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35171" name="TextBox 3">
            <a:extLst>
              <a:ext uri="{FF2B5EF4-FFF2-40B4-BE49-F238E27FC236}">
                <a16:creationId xmlns:a16="http://schemas.microsoft.com/office/drawing/2014/main" id="{82C81F3C-2C3D-473E-AB2C-48CC6F85E497}"/>
              </a:ext>
            </a:extLst>
          </p:cNvPr>
          <p:cNvSpPr txBox="1">
            <a:spLocks noChangeArrowheads="1"/>
          </p:cNvSpPr>
          <p:nvPr/>
        </p:nvSpPr>
        <p:spPr bwMode="auto">
          <a:xfrm>
            <a:off x="76200" y="2895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A5671A2C-D9A2-42F5-B276-5180CEAFA1EE}"/>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77051F79-9203-4018-9CDB-177BA33B584D}"/>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a:extLst>
              <a:ext uri="{FF2B5EF4-FFF2-40B4-BE49-F238E27FC236}">
                <a16:creationId xmlns:a16="http://schemas.microsoft.com/office/drawing/2014/main" id="{9D81EEDD-E36A-4C7D-98AF-03ACF92CBB0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المائة والخامس والأربعون</a:t>
            </a:r>
            <a:endParaRPr lang="en-US" altLang="ar-EG" sz="4800"/>
          </a:p>
        </p:txBody>
      </p:sp>
      <p:sp>
        <p:nvSpPr>
          <p:cNvPr id="136195" name="Content Placeholder 2">
            <a:extLst>
              <a:ext uri="{FF2B5EF4-FFF2-40B4-BE49-F238E27FC236}">
                <a16:creationId xmlns:a16="http://schemas.microsoft.com/office/drawing/2014/main" id="{8AF6DDED-0B06-4332-A9A1-B034F4A5875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سبحي يا نفسي الربَّ، أسبح الرب في حياتي وأرتل لإلهي ما دمت موجودا. لا تتكلوا على الرؤساء ولا على بني البشر الذين ليس عندهم خلاص. تخرج روحهم فيعودون إلى ترابهم. في ذلك اليوم تهلك كافة أفكارهم. طوبى لمن إله يعقوب معينه. واتكاله على الرب إلهه، الذي صنع السماء والأرض والبحر وكل ما فيها. الحافظ العدل إلى الدهر، الصانع الحكم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Content Placeholder 2">
            <a:extLst>
              <a:ext uri="{FF2B5EF4-FFF2-40B4-BE49-F238E27FC236}">
                <a16:creationId xmlns:a16="http://schemas.microsoft.com/office/drawing/2014/main" id="{5CC2C85D-4DCB-43A1-8957-CB91FD650607}"/>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للمظلومين المعطي الطعام للجياع. الرب يحل المربوطين الرب يقيم الساقطين. الرب يُحَكِّم العميان. الرب يحب الصديقين. الرب يحفظ الغرباء، ويعضد اليتيم والأرملة. ويبيد طرق الخطاة. يملك الرب إلى الدهر، وإلهك يا صهيون من جيل إلى جيل</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37219" name="TextBox 3">
            <a:extLst>
              <a:ext uri="{FF2B5EF4-FFF2-40B4-BE49-F238E27FC236}">
                <a16:creationId xmlns:a16="http://schemas.microsoft.com/office/drawing/2014/main" id="{707E457F-88C8-483C-8BDA-331008856FD6}"/>
              </a:ext>
            </a:extLst>
          </p:cNvPr>
          <p:cNvSpPr txBox="1">
            <a:spLocks noChangeArrowheads="1"/>
          </p:cNvSpPr>
          <p:nvPr/>
        </p:nvSpPr>
        <p:spPr bwMode="auto">
          <a:xfrm>
            <a:off x="-76200" y="4267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28624A79-4704-4DD6-8A96-54C382C52592}"/>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CC3383F4-6126-4C2F-B765-9DD118F1CD99}"/>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06F53477-CC4B-4255-BD66-C5ED5F53F6D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المائة والسادس والأربعون</a:t>
            </a:r>
            <a:endParaRPr lang="en-US" altLang="ar-EG" sz="4800"/>
          </a:p>
        </p:txBody>
      </p:sp>
      <p:sp>
        <p:nvSpPr>
          <p:cNvPr id="138243" name="Content Placeholder 2">
            <a:extLst>
              <a:ext uri="{FF2B5EF4-FFF2-40B4-BE49-F238E27FC236}">
                <a16:creationId xmlns:a16="http://schemas.microsoft.com/office/drawing/2014/main" id="{C26BF50A-301C-4ED3-BB68-F9666DD03D18}"/>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فان المزمور جيد، ولإلهنا يلذ التسبيح. الرب يبني أورشليم. الرب يجمع متفرقي إسرائيل. الرب يشفي المنكسري القلوب، ويجبر جميع كسرهم. المحصي كثرة الكواكب، ولكافتها يعطي أسماء. عظيم هو الرب وعظيمة هي قوته، ولا إحصاء لفهمه. الرب يرفع الودعاء ويذل الخطاة إلى الأرض.</a:t>
            </a:r>
            <a:r>
              <a:rPr lang="ar-EG" altLang="ar-EG" sz="4800" b="1">
                <a:cs typeface="Times New Roman" panose="02020603050405020304" pitchFamily="18" charset="0"/>
              </a:rPr>
              <a:t> </a:t>
            </a:r>
            <a:r>
              <a:rPr lang="ar-SA" altLang="ar-EG" sz="4800" b="1">
                <a:cs typeface="Times New Roman" panose="02020603050405020304" pitchFamily="18" charset="0"/>
              </a:rPr>
              <a:t>ابتدئوا للرب بالاعتراف، رتلوا لإلهنا بالقيثارة.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Content Placeholder 2">
            <a:extLst>
              <a:ext uri="{FF2B5EF4-FFF2-40B4-BE49-F238E27FC236}">
                <a16:creationId xmlns:a16="http://schemas.microsoft.com/office/drawing/2014/main" id="{0A23839C-144C-4F83-A6ED-003E4E01242A}"/>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الذي يجلل السماء بالغمام، الذي يهيئ للأرض المطر، الذي يُنبت العشب على الجبال، والخضرة لخدمة البشر، ويعطي البهائم طعامها، ولفراخ الغربان التي تدعوه. لا يؤْثر قوة الفرس ولا يسر بساقي الرجل، بل يسر الرب بخائفيه وبالراجين رحمته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39267" name="TextBox 3">
            <a:extLst>
              <a:ext uri="{FF2B5EF4-FFF2-40B4-BE49-F238E27FC236}">
                <a16:creationId xmlns:a16="http://schemas.microsoft.com/office/drawing/2014/main" id="{D798BA68-AE14-48F3-BC7F-3046C1E2276C}"/>
              </a:ext>
            </a:extLst>
          </p:cNvPr>
          <p:cNvSpPr txBox="1">
            <a:spLocks noChangeArrowheads="1"/>
          </p:cNvSpPr>
          <p:nvPr/>
        </p:nvSpPr>
        <p:spPr bwMode="auto">
          <a:xfrm>
            <a:off x="-76200" y="4267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9737773B-21BA-4EDB-9D0E-EEEB92A32DDF}"/>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843F45A2-E0B3-4840-8155-FF36C2F0C4D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68DE94C9-5C41-45C9-BACE-6E55677CE10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(12) المزمور المائة والسابع والأربعون</a:t>
            </a:r>
            <a:endParaRPr lang="en-US" altLang="ar-EG" sz="4800"/>
          </a:p>
        </p:txBody>
      </p:sp>
      <p:sp>
        <p:nvSpPr>
          <p:cNvPr id="140291" name="Content Placeholder 2">
            <a:extLst>
              <a:ext uri="{FF2B5EF4-FFF2-40B4-BE49-F238E27FC236}">
                <a16:creationId xmlns:a16="http://schemas.microsoft.com/office/drawing/2014/main" id="{113391FF-74F5-448A-9B07-3C92171D1CC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سبحي الرب يا أورشليم، سبحي إلهك يا صهيون. لأنه قد قوى مغاليق أبوابك وبارك بنيك فيك. الذي جعل تخومَك في سلام، ويملأك من شحم الحنطة. الذي يرسل كلمته إلى الأرض فيسرع قوله عاجلا جدا. المعطي الثلج كالصوف، المذري الضباب كالرماد، ويلقي الجليد مثل الفتات. قدام وجه برْدِه من يقوم. يرسل كلمته فتذيبه، تهب ريحه فتسيل المياه.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Content Placeholder 2">
            <a:extLst>
              <a:ext uri="{FF2B5EF4-FFF2-40B4-BE49-F238E27FC236}">
                <a16:creationId xmlns:a16="http://schemas.microsoft.com/office/drawing/2014/main" id="{3EE76C31-0850-4399-880F-56039C00253A}"/>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المخبر كلمته ليعقوب وفرائضه وأحكامه لإسرائيل. لم يصنع هكذا بكل الأمم، وأحكامُه لم يوضحها لهم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41315" name="TextBox 3">
            <a:extLst>
              <a:ext uri="{FF2B5EF4-FFF2-40B4-BE49-F238E27FC236}">
                <a16:creationId xmlns:a16="http://schemas.microsoft.com/office/drawing/2014/main" id="{C63D9F63-9328-4B34-9B52-67497EFAE4A7}"/>
              </a:ext>
            </a:extLst>
          </p:cNvPr>
          <p:cNvSpPr txBox="1">
            <a:spLocks noChangeArrowheads="1"/>
          </p:cNvSpPr>
          <p:nvPr/>
        </p:nvSpPr>
        <p:spPr bwMode="auto">
          <a:xfrm>
            <a:off x="76200" y="18938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FB5762AA-A10E-4724-8C27-3AFA0F2A9160}"/>
              </a:ext>
            </a:extLst>
          </p:cNvPr>
          <p:cNvSpPr/>
          <p:nvPr/>
        </p:nvSpPr>
        <p:spPr>
          <a:xfrm flipH="1">
            <a:off x="5410200" y="6093976"/>
            <a:ext cx="3657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الخدمة الثالثة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9941C372-EB24-4E2F-8081-DB453231417A}"/>
              </a:ext>
            </a:extLst>
          </p:cNvPr>
          <p:cNvSpPr/>
          <p:nvPr/>
        </p:nvSpPr>
        <p:spPr>
          <a:xfrm flipH="1">
            <a:off x="76200" y="6093976"/>
            <a:ext cx="3429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الخدمة الثالثة</a:t>
            </a:r>
            <a:endParaRPr lang="en-US" sz="4000" b="1" dirty="0">
              <a:solidFill>
                <a:schemeClr val="bg1"/>
              </a:solidFill>
            </a:endParaRPr>
          </a:p>
        </p:txBody>
      </p: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a:extLst>
              <a:ext uri="{FF2B5EF4-FFF2-40B4-BE49-F238E27FC236}">
                <a16:creationId xmlns:a16="http://schemas.microsoft.com/office/drawing/2014/main" id="{2BFDA777-CDD5-448A-95FA-37000953EBE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r>
              <a:rPr lang="ar-EG" altLang="ar-EG" sz="4800"/>
              <a:t>إنجيل الخدمة الثالثة </a:t>
            </a:r>
            <a:r>
              <a:rPr lang="ar-SA" altLang="ar-EG" sz="4800"/>
              <a:t>(إنجيل لوقا 12: 32-46)</a:t>
            </a:r>
            <a:endParaRPr lang="en-US" altLang="ar-EG" sz="4800"/>
          </a:p>
        </p:txBody>
      </p:sp>
      <p:sp>
        <p:nvSpPr>
          <p:cNvPr id="142339" name="Content Placeholder 2">
            <a:extLst>
              <a:ext uri="{FF2B5EF4-FFF2-40B4-BE49-F238E27FC236}">
                <a16:creationId xmlns:a16="http://schemas.microsoft.com/office/drawing/2014/main" id="{F2C3A909-661B-46A5-A45F-48BA5DDEAED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لا تخف أيها القطيع الصغير، فإن أباكم قد سر أن يعطيكم الملكوت. بيعوا أمتعتكم وأعطوا صدقة، واصنعوا لكم أكياسا لا تبلى، وكنزا في السموات لا يفنى، حيث لا يدنو منه سارق ولا يفسده سوس. لأنه حيث يكون كنزكم، هناك يكون قلبكم أيضا. لتكن أحقاؤكم ممنطقة ومصابيحكم موقدة وأنتم أيضا تشبهون أناسا ينتظرون سيدهم، متى يرجع من العرس،</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Content Placeholder 2">
            <a:extLst>
              <a:ext uri="{FF2B5EF4-FFF2-40B4-BE49-F238E27FC236}">
                <a16:creationId xmlns:a16="http://schemas.microsoft.com/office/drawing/2014/main" id="{56BF2799-B25E-4FFF-869F-0964154FA50C}"/>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حتى إذا جاء وقرع يفتحون له للوقت. طوبى لأولئك العبيد الذين إذا جاء سيدهم يجدهم ساهرين. الحق أقول لكم إنه يتمنطق ويتكئهم ويقوم فيخدمهم. وإذا جاء في الهزيع الثاني أو جاء في الهزيع الثالث ووجدهم يصنعون هكذا، فطوبى لأولئك العبيد. وهذا اعلموه: أنه لو كان رب البيت يعلم في أية ساعة يأتي السارق، لكان يسهر ولا يدع بيته يُنقب. فكونوا أنتم أيضا مستعدين. فإنه في ساعة لا تعرفونها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Content Placeholder 2">
            <a:extLst>
              <a:ext uri="{FF2B5EF4-FFF2-40B4-BE49-F238E27FC236}">
                <a16:creationId xmlns:a16="http://schemas.microsoft.com/office/drawing/2014/main" id="{78634620-6E43-42A0-977D-70F1F3F3DE4C}"/>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يأتي ابن الإنسان. فقال له بطرس: يا رب ألنا قلتَ هذا أم قلته للجميع ؟ فقال الرب: من هو الوكيل الأمين الحكيم الذي يقيمه سيده على عبيده ليعطيهم طعامهم في حينه ؟ طوبى لذلك العبد الذي إذا جاء سيده يجده يفعل هكذا. حقا أقول لكم إنه يقيمه على جميع أمواله. ولكن إن قال ذلك العبد الرديء في قلبه إن سيدي يبطئ في قدومه، فيبدأ يضرب العبيد والإماء ويأكل ويشرب ويسكر، يأتي سيد ذلك العبد في اليوم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Content Placeholder 2">
            <a:extLst>
              <a:ext uri="{FF2B5EF4-FFF2-40B4-BE49-F238E27FC236}">
                <a16:creationId xmlns:a16="http://schemas.microsoft.com/office/drawing/2014/main" id="{7887F79F-C221-412E-8D1F-0EBAE70B5B40}"/>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الذي لا يتوقعه وفي الساعة التي لا يعرفها، فيشقه من وسطه، ويجعل نصيبه مع عديمي الإيمان.</a:t>
            </a:r>
          </a:p>
        </p:txBody>
      </p:sp>
      <p:sp>
        <p:nvSpPr>
          <p:cNvPr id="145411" name="TextBox 3">
            <a:extLst>
              <a:ext uri="{FF2B5EF4-FFF2-40B4-BE49-F238E27FC236}">
                <a16:creationId xmlns:a16="http://schemas.microsoft.com/office/drawing/2014/main" id="{ADC68B0F-ABAC-4D9D-BEE6-0749930C67EC}"/>
              </a:ext>
            </a:extLst>
          </p:cNvPr>
          <p:cNvSpPr txBox="1">
            <a:spLocks noChangeArrowheads="1"/>
          </p:cNvSpPr>
          <p:nvPr/>
        </p:nvSpPr>
        <p:spPr bwMode="auto">
          <a:xfrm>
            <a:off x="0" y="2370138"/>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a:extLst>
              <a:ext uri="{FF2B5EF4-FFF2-40B4-BE49-F238E27FC236}">
                <a16:creationId xmlns:a16="http://schemas.microsoft.com/office/drawing/2014/main" id="{77C39692-339D-4435-A9F8-13593656D4B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الخدمة الثالثة</a:t>
            </a:r>
            <a:endParaRPr lang="en-US" altLang="ar-EG" sz="4800"/>
          </a:p>
        </p:txBody>
      </p:sp>
      <p:sp>
        <p:nvSpPr>
          <p:cNvPr id="146435" name="Content Placeholder 2">
            <a:extLst>
              <a:ext uri="{FF2B5EF4-FFF2-40B4-BE49-F238E27FC236}">
                <a16:creationId xmlns:a16="http://schemas.microsoft.com/office/drawing/2014/main" id="{22DEC681-17A2-41ED-87DC-01C170EF3306}"/>
              </a:ext>
            </a:extLst>
          </p:cNvPr>
          <p:cNvSpPr>
            <a:spLocks noGrp="1"/>
          </p:cNvSpPr>
          <p:nvPr>
            <p:ph idx="4294967295"/>
          </p:nvPr>
        </p:nvSpPr>
        <p:spPr bwMode="auto">
          <a:xfrm>
            <a:off x="0" y="76200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بعين متحننة يا رب انظر إلى ضعف</a:t>
            </a:r>
            <a:r>
              <a:rPr lang="ar-EG" altLang="ar-EG" sz="4800" b="1">
                <a:cs typeface="Times New Roman" panose="02020603050405020304" pitchFamily="18" charset="0"/>
              </a:rPr>
              <a:t>ي</a:t>
            </a:r>
            <a:r>
              <a:rPr lang="ar-SA" altLang="ar-EG" sz="4800" b="1">
                <a:cs typeface="Times New Roman" panose="02020603050405020304" pitchFamily="18" charset="0"/>
              </a:rPr>
              <a:t>، فعما قليل تفنى حياتي، وبأعمالي ليس لي خلاص. فلهذا أسال: بعين رحيمة يا رب انظر إلى ضعفى وذلي ومسكنتي وغربتي، ونجني</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r>
              <a:rPr lang="ar-EG" altLang="ar-EG" sz="4800" b="1">
                <a:solidFill>
                  <a:srgbClr val="FFC000"/>
                </a:solidFill>
                <a:cs typeface="Times New Roman" panose="02020603050405020304" pitchFamily="18" charset="0"/>
              </a:rPr>
              <a:t>... </a:t>
            </a:r>
            <a:r>
              <a:rPr lang="ar-SA" altLang="ar-EG" sz="4800" b="1">
                <a:solidFill>
                  <a:srgbClr val="FFC000"/>
                </a:solidFill>
                <a:cs typeface="Times New Roman" panose="02020603050405020304" pitchFamily="18" charset="0"/>
              </a:rPr>
              <a:t>)</a:t>
            </a:r>
          </a:p>
        </p:txBody>
      </p: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Content Placeholder 2">
            <a:extLst>
              <a:ext uri="{FF2B5EF4-FFF2-40B4-BE49-F238E27FC236}">
                <a16:creationId xmlns:a16="http://schemas.microsoft.com/office/drawing/2014/main" id="{68F11ABE-BE50-4719-BBFC-3905AED853F3}"/>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بما أن الديان حاضر، اهتمي يا نفسي وتيقظي وتفهمي تلك الساعة المخوفة. فإنه ليس رحمة في الدينونة لمن لم يستعمل الرحمة. فلهذا أشفق عليّ أيها المخلص، فإنك أنت هو محب البشر وحدك</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a:extLst>
              <a:ext uri="{FF2B5EF4-FFF2-40B4-BE49-F238E27FC236}">
                <a16:creationId xmlns:a16="http://schemas.microsoft.com/office/drawing/2014/main" id="{10AA48B0-C87D-4F1E-80BE-CBB18C6E8538}"/>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باب الحياة العقلي، يا والدة الإله المكرمة، خلصي الذين التجأوا إليك بإيمان من الشدائد، لكي نمجد ميلادك الطاهر في كل شيء من أجل خلاص نفوسنا.</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Content Placeholder 2">
            <a:extLst>
              <a:ext uri="{FF2B5EF4-FFF2-40B4-BE49-F238E27FC236}">
                <a16:creationId xmlns:a16="http://schemas.microsoft.com/office/drawing/2014/main" id="{77E75DC6-F489-4571-8C26-A7AD1C25F6B6}"/>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الملك السمائي المعزى، روح الحق، الحاضر في كل مكان والمالئ الكل، كنز الصالحات، ومعطى الحياة، هلم تفضل وحل فينا، وطهرنا من كل دنس أيها الصالح، وخلص نفوسنا. </a:t>
            </a:r>
            <a:r>
              <a:rPr lang="ar-SA" altLang="ar-EG" sz="4800" b="1">
                <a:solidFill>
                  <a:srgbClr val="FFC000"/>
                </a:solidFill>
                <a:cs typeface="Times New Roman" panose="02020603050405020304" pitchFamily="18" charset="0"/>
              </a:rPr>
              <a:t>(ذوكصابترى… )</a:t>
            </a:r>
          </a:p>
        </p:txBody>
      </p:sp>
      <p:sp>
        <p:nvSpPr>
          <p:cNvPr id="3" name="Content Placeholder 2">
            <a:extLst>
              <a:ext uri="{FF2B5EF4-FFF2-40B4-BE49-F238E27FC236}">
                <a16:creationId xmlns:a16="http://schemas.microsoft.com/office/drawing/2014/main" id="{4CEA49B0-190E-4BD8-89D8-0D3F6C4941B2}"/>
              </a:ext>
            </a:extLst>
          </p:cNvPr>
          <p:cNvSpPr txBox="1">
            <a:spLocks/>
          </p:cNvSpPr>
          <p:nvPr/>
        </p:nvSpPr>
        <p:spPr bwMode="auto">
          <a:xfrm>
            <a:off x="0" y="3786188"/>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كما كنت تلاميذك أيها المخلص وأعطيتهم السلام، هلم أيضا كن معنا وامنحنا سلامك وخلصنا ونج نفوسنا. </a:t>
            </a:r>
            <a:r>
              <a:rPr lang="ar-SA" sz="4800" b="1" kern="0" dirty="0">
                <a:solidFill>
                  <a:srgbClr val="FFC000"/>
                </a:solidFill>
                <a:cs typeface="Times New Roman" panose="02020603050405020304" pitchFamily="18" charset="0"/>
              </a:rPr>
              <a:t>(كى نين.. )</a:t>
            </a: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Content Placeholder 2">
            <a:extLst>
              <a:ext uri="{FF2B5EF4-FFF2-40B4-BE49-F238E27FC236}">
                <a16:creationId xmlns:a16="http://schemas.microsoft.com/office/drawing/2014/main" id="{711BA082-E489-40F8-BA7B-AA7BCCC28AA1}"/>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ما وقفنا في هيكلك المقدس نحسب كالقيام في السماء. يا والدة الإله، أنت هي باب السماء، افتحي لنا باب الرحمة.</a:t>
            </a:r>
            <a:endParaRPr lang="ar-SA" altLang="ar-EG" sz="4800" b="1">
              <a:solidFill>
                <a:srgbClr val="FFC000"/>
              </a:solidFill>
              <a:cs typeface="Times New Roman" panose="02020603050405020304" pitchFamily="18" charset="0"/>
            </a:endParaRPr>
          </a:p>
        </p:txBody>
      </p:sp>
      <p:sp>
        <p:nvSpPr>
          <p:cNvPr id="150531" name="Rectangle 2">
            <a:extLst>
              <a:ext uri="{FF2B5EF4-FFF2-40B4-BE49-F238E27FC236}">
                <a16:creationId xmlns:a16="http://schemas.microsoft.com/office/drawing/2014/main" id="{FBE9B287-C08A-4856-B350-94F0DBCF30C0}"/>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a:extLst>
              <a:ext uri="{FF2B5EF4-FFF2-40B4-BE49-F238E27FC236}">
                <a16:creationId xmlns:a16="http://schemas.microsoft.com/office/drawing/2014/main" id="{20F0994C-AC1F-4F19-942D-59EAD2A894A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151555" name="Content Placeholder 2">
            <a:extLst>
              <a:ext uri="{FF2B5EF4-FFF2-40B4-BE49-F238E27FC236}">
                <a16:creationId xmlns:a16="http://schemas.microsoft.com/office/drawing/2014/main" id="{48F3EB3D-DB53-40BC-AE04-CEC294D1816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Content Placeholder 2">
            <a:extLst>
              <a:ext uri="{FF2B5EF4-FFF2-40B4-BE49-F238E27FC236}">
                <a16:creationId xmlns:a16="http://schemas.microsoft.com/office/drawing/2014/main" id="{271D6174-0874-40CD-9444-9F6DE6614A1D}"/>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itle 1">
            <a:extLst>
              <a:ext uri="{FF2B5EF4-FFF2-40B4-BE49-F238E27FC236}">
                <a16:creationId xmlns:a16="http://schemas.microsoft.com/office/drawing/2014/main" id="{57150990-DC97-49D5-91A0-B1DDA389DB4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r>
              <a:rPr lang="ar-SA" altLang="ar-EG" sz="4800"/>
              <a:t>(إنجيل لوقا 2:</a:t>
            </a:r>
            <a:r>
              <a:rPr lang="ar-EG" altLang="ar-EG" sz="4800"/>
              <a:t> </a:t>
            </a:r>
            <a:r>
              <a:rPr lang="ar-SA" altLang="ar-EG" sz="4800"/>
              <a:t>29-32)</a:t>
            </a:r>
            <a:endParaRPr lang="en-US" altLang="ar-EG" sz="4800"/>
          </a:p>
        </p:txBody>
      </p:sp>
      <p:sp>
        <p:nvSpPr>
          <p:cNvPr id="153603" name="Content Placeholder 2">
            <a:extLst>
              <a:ext uri="{FF2B5EF4-FFF2-40B4-BE49-F238E27FC236}">
                <a16:creationId xmlns:a16="http://schemas.microsoft.com/office/drawing/2014/main" id="{218B6577-6B26-4DE3-8182-BF98BA555856}"/>
              </a:ext>
            </a:extLst>
          </p:cNvPr>
          <p:cNvSpPr>
            <a:spLocks noGrp="1"/>
          </p:cNvSpPr>
          <p:nvPr>
            <p:ph idx="4294967295"/>
          </p:nvPr>
        </p:nvSpPr>
        <p:spPr bwMode="auto">
          <a:xfrm>
            <a:off x="0" y="76200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الآن يا سيدي، تطلق عبدك بسلام حسب قولك، لأن عيني قد أبصرتا خلاصك الذي أعددته قدام جميع الشعوب. نورًا تجلى للأمم، ومجدا لشعبك إسرائيل.</a:t>
            </a:r>
          </a:p>
        </p:txBody>
      </p:sp>
      <p:sp>
        <p:nvSpPr>
          <p:cNvPr id="153604" name="TextBox 3">
            <a:extLst>
              <a:ext uri="{FF2B5EF4-FFF2-40B4-BE49-F238E27FC236}">
                <a16:creationId xmlns:a16="http://schemas.microsoft.com/office/drawing/2014/main" id="{0EE0EB4F-E40A-4F13-9188-91F8363E2A23}"/>
              </a:ext>
            </a:extLst>
          </p:cNvPr>
          <p:cNvSpPr txBox="1">
            <a:spLocks noChangeArrowheads="1"/>
          </p:cNvSpPr>
          <p:nvPr/>
        </p:nvSpPr>
        <p:spPr bwMode="auto">
          <a:xfrm>
            <a:off x="0" y="3894138"/>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a:extLst>
              <a:ext uri="{FF2B5EF4-FFF2-40B4-BE49-F238E27FC236}">
                <a16:creationId xmlns:a16="http://schemas.microsoft.com/office/drawing/2014/main" id="{E26C3F2A-1798-47E6-B3D7-6C585196BF1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بدء قانون الإيمان</a:t>
            </a:r>
            <a:endParaRPr lang="en-US" altLang="ar-EG" sz="4800"/>
          </a:p>
        </p:txBody>
      </p:sp>
      <p:sp>
        <p:nvSpPr>
          <p:cNvPr id="154627" name="Content Placeholder 2">
            <a:extLst>
              <a:ext uri="{FF2B5EF4-FFF2-40B4-BE49-F238E27FC236}">
                <a16:creationId xmlns:a16="http://schemas.microsoft.com/office/drawing/2014/main" id="{18D1C40E-A9D4-4DD4-B243-DD11E346438E}"/>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نعظمك يا أم النور الحقيقي، ونمجدك أيتها العذراء القديسة، والدة الإله، لأنك ولدت لنا مخلص العالم، أتى وخلص نفوسنا. المجد لكَ يا سيدنا وملكنا المسيح، فخر الرسل، إكليل الشهداء تهليل الصديقين، ثبات الكنائس، غفران الخطايا. نبشر بالثالوث القدوس، لاهوت واحد، نسجد له ونمجده. يا رب ارحم. يا رب ارحم. يا رب بارك. أمين.</a:t>
            </a:r>
          </a:p>
        </p:txBody>
      </p:sp>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a:extLst>
              <a:ext uri="{FF2B5EF4-FFF2-40B4-BE49-F238E27FC236}">
                <a16:creationId xmlns:a16="http://schemas.microsoft.com/office/drawing/2014/main" id="{0108071D-5BE0-4FA1-96C5-DAA62A86005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الأمانة الأرثوذكسية (قانون الايمان)</a:t>
            </a:r>
            <a:endParaRPr lang="en-US" altLang="ar-EG" sz="4800"/>
          </a:p>
        </p:txBody>
      </p:sp>
      <p:sp>
        <p:nvSpPr>
          <p:cNvPr id="155651" name="Content Placeholder 2">
            <a:extLst>
              <a:ext uri="{FF2B5EF4-FFF2-40B4-BE49-F238E27FC236}">
                <a16:creationId xmlns:a16="http://schemas.microsoft.com/office/drawing/2014/main" id="{C1F0F8F9-C3C6-4F05-93AF-B343D9642F22}"/>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EG" altLang="ar-EG" sz="4800" b="1">
                <a:cs typeface="Times New Roman" panose="02020603050405020304" pitchFamily="18" charset="0"/>
              </a:rPr>
              <a:t>(</a:t>
            </a:r>
            <a:r>
              <a:rPr lang="ar-SA" altLang="ar-EG" sz="4800" b="1">
                <a:cs typeface="Times New Roman" panose="02020603050405020304" pitchFamily="18" charset="0"/>
              </a:rPr>
              <a:t>بالحقيقة</a:t>
            </a:r>
            <a:r>
              <a:rPr lang="ar-EG" altLang="ar-EG" sz="4800" b="1">
                <a:cs typeface="Times New Roman" panose="02020603050405020304" pitchFamily="18" charset="0"/>
              </a:rPr>
              <a:t>)</a:t>
            </a:r>
            <a:r>
              <a:rPr lang="ar-SA" altLang="ar-EG" sz="4800" b="1">
                <a:cs typeface="Times New Roman" panose="02020603050405020304" pitchFamily="18" charset="0"/>
              </a:rPr>
              <a:t> نؤمن بإله واحد، الله الآب، ضابط الكل، خالق السماء والأرض، ما يُرَى وما لا يرى. نؤمن برب واحد يسوع المسيح، ابن الله الوحيد، المولود من الآب قبل كل الدهور، نور من نور، إله حق من إله حق، مولود غير مخلوق، مساو للآب في الجوهر، الذي به كان كل شئ. هذا الذي من أجلنا نحن البشر، ومن أجل خلاصنا، نزل من السماء، وتجسد من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Content Placeholder 2">
            <a:extLst>
              <a:ext uri="{FF2B5EF4-FFF2-40B4-BE49-F238E27FC236}">
                <a16:creationId xmlns:a16="http://schemas.microsoft.com/office/drawing/2014/main" id="{56295734-E4EC-476C-B85B-58A27BBF2FA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الروح القدس ومن مريم العذراء، وتأنس. وصلب عنا على عهد بيلاطس البنطي. وتألم وقبر وقام من بين الأموات في اليوم الثالث كما في الكتب، وصعد إلى السموات، وجلس عن يمين  أبيه، وأيضا يأتي في مجده ليدين الأحياء والأموات، الذي ليس لملكه انقضاء. نعم نؤمن بالروح القدس، الرب المحيى المنبثق من الآب. نسجد له ونمجده مع الآب والابن، الناطق في الأنبياء. وبكنيسة واحدة مقدسة جامعة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Content Placeholder 2">
            <a:extLst>
              <a:ext uri="{FF2B5EF4-FFF2-40B4-BE49-F238E27FC236}">
                <a16:creationId xmlns:a16="http://schemas.microsoft.com/office/drawing/2014/main" id="{6DA890BE-F29F-485E-BFB3-E343277CEFB6}"/>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رسولية. ونعترف بمعمودية واحدة لمغفرة الخطايا. وننتظر قيامة الأموات وحياة الدهر الآتي. أمين.</a:t>
            </a:r>
          </a:p>
        </p:txBody>
      </p:sp>
      <p:sp>
        <p:nvSpPr>
          <p:cNvPr id="157699" name="Rectangle 2">
            <a:extLst>
              <a:ext uri="{FF2B5EF4-FFF2-40B4-BE49-F238E27FC236}">
                <a16:creationId xmlns:a16="http://schemas.microsoft.com/office/drawing/2014/main" id="{EA7F6490-2369-4387-92C4-BD6AEBFCBCE4}"/>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a:extLst>
              <a:ext uri="{FF2B5EF4-FFF2-40B4-BE49-F238E27FC236}">
                <a16:creationId xmlns:a16="http://schemas.microsoft.com/office/drawing/2014/main" id="{FBC26E6A-A228-47E4-B0A9-AEDCCE9A7BB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158723" name="Content Placeholder 2">
            <a:extLst>
              <a:ext uri="{FF2B5EF4-FFF2-40B4-BE49-F238E27FC236}">
                <a16:creationId xmlns:a16="http://schemas.microsoft.com/office/drawing/2014/main" id="{C605F52D-4EA0-4260-8DFF-2D2ECDA6A30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Content Placeholder 2">
            <a:extLst>
              <a:ext uri="{FF2B5EF4-FFF2-40B4-BE49-F238E27FC236}">
                <a16:creationId xmlns:a16="http://schemas.microsoft.com/office/drawing/2014/main" id="{A2668B7C-E01F-4223-ABC4-7548E92DF3AC}"/>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a:extLst>
              <a:ext uri="{FF2B5EF4-FFF2-40B4-BE49-F238E27FC236}">
                <a16:creationId xmlns:a16="http://schemas.microsoft.com/office/drawing/2014/main" id="{377B2FC1-C9ED-4B4E-9AF0-495EC2C1D4C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نصف الليل</a:t>
            </a:r>
            <a:endParaRPr lang="en-US" altLang="ar-EG" sz="4800"/>
          </a:p>
        </p:txBody>
      </p:sp>
      <p:sp>
        <p:nvSpPr>
          <p:cNvPr id="160771" name="Content Placeholder 2">
            <a:extLst>
              <a:ext uri="{FF2B5EF4-FFF2-40B4-BE49-F238E27FC236}">
                <a16:creationId xmlns:a16="http://schemas.microsoft.com/office/drawing/2014/main" id="{DE45D987-B374-425A-9B4B-C9AD710A66B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أيها السيد الرب يسوع المسيح، ابن الله الحي الأزلي، أنر عقولنا لنفهم أقوالك المحيية. وأنهضنا من ظلمة الخطية القاتلة للنفس. واجعلنا أهلا أن نكون مستقيمين في عمل الخير. وفى وقت مجيئك لتدين العالم، فلنستحق سماع ذلك الصوت المملوء فرح</a:t>
            </a:r>
            <a:r>
              <a:rPr lang="ar-EG" altLang="ar-EG" sz="4800" b="1">
                <a:cs typeface="Times New Roman" panose="02020603050405020304" pitchFamily="18" charset="0"/>
              </a:rPr>
              <a:t>ً</a:t>
            </a:r>
            <a:r>
              <a:rPr lang="ar-SA" altLang="ar-EG" sz="4800" b="1">
                <a:cs typeface="Times New Roman" panose="02020603050405020304" pitchFamily="18" charset="0"/>
              </a:rPr>
              <a:t>ا، القائل: تعالوا إلى يا مبارَكي أبى، رثوا الملك المعد لكم من قبل إنشاء العالم. نعم يا رب، سهل لنا أن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Content Placeholder 2">
            <a:extLst>
              <a:ext uri="{FF2B5EF4-FFF2-40B4-BE49-F238E27FC236}">
                <a16:creationId xmlns:a16="http://schemas.microsoft.com/office/drawing/2014/main" id="{D1B5BC49-8EF6-4C19-AEA3-E042E0CCEF5E}"/>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نكون في تلك الساعة بغير خوف ولا اضطراب ولا سقوط في الدينونة. ولا تجازنا من أجل كثرة آثامنا، لأنك وحدك المتحنن الطويل الأناة الكثير الرحمة، بشفاعة سيدتنا والدة الإله القديسة مريم، وشفاعة جميع مصاف قديسيك. أمين.</a:t>
            </a: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a:extLst>
              <a:ext uri="{FF2B5EF4-FFF2-40B4-BE49-F238E27FC236}">
                <a16:creationId xmlns:a16="http://schemas.microsoft.com/office/drawing/2014/main" id="{D1D5D08D-42D6-4124-A935-2487C7102B54}"/>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162819" name="Content Placeholder 2">
            <a:extLst>
              <a:ext uri="{FF2B5EF4-FFF2-40B4-BE49-F238E27FC236}">
                <a16:creationId xmlns:a16="http://schemas.microsoft.com/office/drawing/2014/main" id="{FCD27E69-FA18-4B0E-8B9E-94B0774BAFA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Content Placeholder 2">
            <a:extLst>
              <a:ext uri="{FF2B5EF4-FFF2-40B4-BE49-F238E27FC236}">
                <a16:creationId xmlns:a16="http://schemas.microsoft.com/office/drawing/2014/main" id="{CFD88745-E291-45D8-BEEB-9095B6BAAFD4}"/>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5E0AB292-C1C0-4FB8-AA3C-6B0B19054DB1}"/>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164867" name="Title 1">
            <a:extLst>
              <a:ext uri="{FF2B5EF4-FFF2-40B4-BE49-F238E27FC236}">
                <a16:creationId xmlns:a16="http://schemas.microsoft.com/office/drawing/2014/main" id="{0DACD85F-8C22-4FFE-9F67-D33580A0993F}"/>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3284</TotalTime>
  <Words>8687</Words>
  <Application>Microsoft Office PowerPoint</Application>
  <PresentationFormat>On-screen Show (4:3)</PresentationFormat>
  <Paragraphs>408</Paragraphs>
  <Slides>159</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159</vt:i4>
      </vt:variant>
      <vt:variant>
        <vt:lpstr>Custom Shows</vt:lpstr>
      </vt:variant>
      <vt:variant>
        <vt:i4>1</vt:i4>
      </vt:variant>
    </vt:vector>
  </HeadingPairs>
  <TitlesOfParts>
    <vt:vector size="165"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قوموا يا بني النور</vt:lpstr>
      <vt:lpstr>PowerPoint Presentation</vt:lpstr>
      <vt:lpstr>PowerPoint Presentation</vt:lpstr>
      <vt:lpstr>PowerPoint Presentation</vt:lpstr>
      <vt:lpstr>PowerPoint Presentation</vt:lpstr>
      <vt:lpstr>نصف الليل (الخدمة الأولى)</vt:lpstr>
      <vt:lpstr>(1) المزمور الثالث</vt:lpstr>
      <vt:lpstr>PowerPoint Presentation</vt:lpstr>
      <vt:lpstr>(2) المزمور السادس</vt:lpstr>
      <vt:lpstr>PowerPoint Presentation</vt:lpstr>
      <vt:lpstr> (3) المزمور الثاني عشر</vt:lpstr>
      <vt:lpstr>PowerPoint Presentation</vt:lpstr>
      <vt:lpstr>(4) المزمور التاسع والستون</vt:lpstr>
      <vt:lpstr>(5) المزمور الخامس والثمانون</vt:lpstr>
      <vt:lpstr>PowerPoint Presentation</vt:lpstr>
      <vt:lpstr>PowerPoint Presentation</vt:lpstr>
      <vt:lpstr>(6) المزمور التسعون</vt:lpstr>
      <vt:lpstr>PowerPoint Presentation</vt:lpstr>
      <vt:lpstr>PowerPoint Presentation</vt:lpstr>
      <vt:lpstr>(7) المزمور المائة والسادس عشر</vt:lpstr>
      <vt:lpstr>(8) المزمور المائة والسابع عشر</vt:lpstr>
      <vt:lpstr>PowerPoint Presentation</vt:lpstr>
      <vt:lpstr>PowerPoint Presentation</vt:lpstr>
      <vt:lpstr>PowerPoint Presentation</vt:lpstr>
      <vt:lpstr>المزمور ال118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إنجيل الخدمة الأولى (إنجيل متى 25: 1-13)</vt:lpstr>
      <vt:lpstr>PowerPoint Presentation</vt:lpstr>
      <vt:lpstr>PowerPoint Presentation</vt:lpstr>
      <vt:lpstr>قطع الخدمة الأولى</vt:lpstr>
      <vt:lpstr>PowerPoint Presentation</vt:lpstr>
      <vt:lpstr>PowerPoint Presentation</vt:lpstr>
      <vt:lpstr>PowerPoint Presentation</vt:lpstr>
      <vt:lpstr>PowerPoint Presentation</vt:lpstr>
      <vt:lpstr>قدوس قدوس قدوس</vt:lpstr>
      <vt:lpstr>PowerPoint Presentation</vt:lpstr>
      <vt:lpstr>نصف الليل (الخدمة الثانية)</vt:lpstr>
      <vt:lpstr>(1) المزمور المائة والتاسع عشر</vt:lpstr>
      <vt:lpstr>PowerPoint Presentation</vt:lpstr>
      <vt:lpstr>(2) المزمور المائة والعشرون</vt:lpstr>
      <vt:lpstr>PowerPoint Presentation</vt:lpstr>
      <vt:lpstr>(3) المزمور المائة والحادي والعشرون</vt:lpstr>
      <vt:lpstr>PowerPoint Presentation</vt:lpstr>
      <vt:lpstr>(4) المزمور المائة والثاني والعشرون</vt:lpstr>
      <vt:lpstr>(5) المزمور المائة والثالث والعشرون</vt:lpstr>
      <vt:lpstr>PowerPoint Presentation</vt:lpstr>
      <vt:lpstr>(6) المزمور المائة والرابع والعشرون</vt:lpstr>
      <vt:lpstr>PowerPoint Presentation</vt:lpstr>
      <vt:lpstr>(7) المزمور المائة والخامس والعشرون</vt:lpstr>
      <vt:lpstr>PowerPoint Presentation</vt:lpstr>
      <vt:lpstr>(8) المزمور المائة والسادس والعشرون</vt:lpstr>
      <vt:lpstr>PowerPoint Presentation</vt:lpstr>
      <vt:lpstr>(9) المزمور المائة والسابع والعشرون</vt:lpstr>
      <vt:lpstr>PowerPoint Presentation</vt:lpstr>
      <vt:lpstr>(10) المزمور المائة والثامن والعشرون </vt:lpstr>
      <vt:lpstr>PowerPoint Presentation</vt:lpstr>
      <vt:lpstr>إنجيل الخدمة الثانية (إنجيل لوقا 7: 36-50)</vt:lpstr>
      <vt:lpstr>PowerPoint Presentation</vt:lpstr>
      <vt:lpstr>PowerPoint Presentation</vt:lpstr>
      <vt:lpstr>PowerPoint Presentation</vt:lpstr>
      <vt:lpstr>قطع الخدمة الثانية</vt:lpstr>
      <vt:lpstr>PowerPoint Presentation</vt:lpstr>
      <vt:lpstr>PowerPoint Presentation</vt:lpstr>
      <vt:lpstr>PowerPoint Presentation</vt:lpstr>
      <vt:lpstr>PowerPoint Presentation</vt:lpstr>
      <vt:lpstr>قدوس قدوس قدوس</vt:lpstr>
      <vt:lpstr>PowerPoint Presentation</vt:lpstr>
      <vt:lpstr>نصف الليل (الخدمة الثالثة)</vt:lpstr>
      <vt:lpstr> (1) المزمور المائة والتاسع والعشرون</vt:lpstr>
      <vt:lpstr>PowerPoint Presentation</vt:lpstr>
      <vt:lpstr>(2) المزمور المائة والثلاثون</vt:lpstr>
      <vt:lpstr>(3) المزمور المائة والحادي والثلاثون</vt:lpstr>
      <vt:lpstr>PowerPoint Presentation</vt:lpstr>
      <vt:lpstr>PowerPoint Presentation</vt:lpstr>
      <vt:lpstr>(4) المزمور المائة والثاني والثلاثون</vt:lpstr>
      <vt:lpstr>(5) المزمور المائة والثالث والثلاثون</vt:lpstr>
      <vt:lpstr>(6) المزمور المائة والسادس والثلاثون</vt:lpstr>
      <vt:lpstr>PowerPoint Presentation</vt:lpstr>
      <vt:lpstr>(7) المزمور المائة والسابع والثلاثون</vt:lpstr>
      <vt:lpstr>PowerPoint Presentation</vt:lpstr>
      <vt:lpstr>(8) المزمور المائة والأربعون</vt:lpstr>
      <vt:lpstr>PowerPoint Presentation</vt:lpstr>
      <vt:lpstr>(9) المزمور المائة والحادي والأربعون</vt:lpstr>
      <vt:lpstr>PowerPoint Presentation</vt:lpstr>
      <vt:lpstr>(10) المزمور المائة والخامس والأربعون</vt:lpstr>
      <vt:lpstr>PowerPoint Presentation</vt:lpstr>
      <vt:lpstr>(11) المزمور المائة والسادس والأربعون</vt:lpstr>
      <vt:lpstr>PowerPoint Presentation</vt:lpstr>
      <vt:lpstr> (12) المزمور المائة والسابع والأربعون</vt:lpstr>
      <vt:lpstr>PowerPoint Presentation</vt:lpstr>
      <vt:lpstr>إنجيل الخدمة الثالثة (إنجيل لوقا 12: 32-46)</vt:lpstr>
      <vt:lpstr>PowerPoint Presentation</vt:lpstr>
      <vt:lpstr>PowerPoint Presentation</vt:lpstr>
      <vt:lpstr>PowerPoint Presentation</vt:lpstr>
      <vt:lpstr>قطع الخدمة الثالثة</vt:lpstr>
      <vt:lpstr>PowerPoint Presentation</vt:lpstr>
      <vt:lpstr>PowerPoint Presentation</vt:lpstr>
      <vt:lpstr>PowerPoint Presentation</vt:lpstr>
      <vt:lpstr>PowerPoint Presentation</vt:lpstr>
      <vt:lpstr>قدوس قدوس قدوس</vt:lpstr>
      <vt:lpstr>PowerPoint Presentation</vt:lpstr>
      <vt:lpstr>(إنجيل لوقا 2: 29-32)</vt:lpstr>
      <vt:lpstr>بدء قانون الإيمان</vt:lpstr>
      <vt:lpstr>الأمانة الأرثوذكسية (قانون الايمان)</vt:lpstr>
      <vt:lpstr>PowerPoint Presentation</vt:lpstr>
      <vt:lpstr>PowerPoint Presentation</vt:lpstr>
      <vt:lpstr>قدوس قدوس قدوس</vt:lpstr>
      <vt:lpstr>PowerPoint Presentation</vt:lpstr>
      <vt:lpstr>تحليل نصف الليل</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189</cp:revision>
  <dcterms:created xsi:type="dcterms:W3CDTF">2012-11-09T14:14:43Z</dcterms:created>
  <dcterms:modified xsi:type="dcterms:W3CDTF">2019-08-12T14:39:30Z</dcterms:modified>
</cp:coreProperties>
</file>