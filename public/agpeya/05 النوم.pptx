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719" r:id="rId2"/>
    <p:sldId id="720" r:id="rId3"/>
    <p:sldId id="722" r:id="rId4"/>
    <p:sldId id="723" r:id="rId5"/>
    <p:sldId id="721" r:id="rId6"/>
    <p:sldId id="724" r:id="rId7"/>
    <p:sldId id="725" r:id="rId8"/>
    <p:sldId id="626" r:id="rId9"/>
    <p:sldId id="727" r:id="rId10"/>
    <p:sldId id="728" r:id="rId11"/>
    <p:sldId id="729" r:id="rId12"/>
    <p:sldId id="730" r:id="rId13"/>
    <p:sldId id="731" r:id="rId14"/>
    <p:sldId id="732" r:id="rId15"/>
    <p:sldId id="733" r:id="rId16"/>
    <p:sldId id="734" r:id="rId17"/>
    <p:sldId id="735" r:id="rId18"/>
    <p:sldId id="736" r:id="rId19"/>
    <p:sldId id="737" r:id="rId20"/>
    <p:sldId id="738" r:id="rId21"/>
    <p:sldId id="739" r:id="rId22"/>
    <p:sldId id="740" r:id="rId23"/>
    <p:sldId id="741" r:id="rId24"/>
    <p:sldId id="742" r:id="rId25"/>
    <p:sldId id="743" r:id="rId26"/>
    <p:sldId id="744" r:id="rId27"/>
    <p:sldId id="745" r:id="rId28"/>
    <p:sldId id="746" r:id="rId29"/>
    <p:sldId id="747" r:id="rId30"/>
    <p:sldId id="748" r:id="rId31"/>
    <p:sldId id="749" r:id="rId32"/>
    <p:sldId id="750" r:id="rId33"/>
    <p:sldId id="751" r:id="rId34"/>
    <p:sldId id="752" r:id="rId35"/>
    <p:sldId id="753" r:id="rId36"/>
    <p:sldId id="754" r:id="rId37"/>
    <p:sldId id="755" r:id="rId38"/>
    <p:sldId id="756" r:id="rId39"/>
    <p:sldId id="757" r:id="rId40"/>
    <p:sldId id="764" r:id="rId41"/>
    <p:sldId id="765" r:id="rId42"/>
    <p:sldId id="766" r:id="rId43"/>
    <p:sldId id="767" r:id="rId44"/>
    <p:sldId id="768" r:id="rId45"/>
    <p:sldId id="758" r:id="rId46"/>
    <p:sldId id="759" r:id="rId47"/>
    <p:sldId id="760" r:id="rId48"/>
    <p:sldId id="761" r:id="rId49"/>
    <p:sldId id="629" r:id="rId50"/>
    <p:sldId id="630" r:id="rId51"/>
    <p:sldId id="762" r:id="rId52"/>
    <p:sldId id="763" r:id="rId53"/>
    <p:sldId id="711" r:id="rId54"/>
    <p:sldId id="712" r:id="rId55"/>
    <p:sldId id="726" r:id="rId56"/>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varScale="1">
        <p:scale>
          <a:sx n="71" d="100"/>
          <a:sy n="71" d="100"/>
        </p:scale>
        <p:origin x="984" y="72"/>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AA2FF2DD-17A8-4D2C-A30B-C6153851EC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xmlns="" id="{41CCD502-E1D4-437A-8446-BDD63A3EDA9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741694DA-05E9-4036-BFBE-AC0F1D4362FD}" type="datetimeFigureOut">
              <a:rPr lang="en-US"/>
              <a:pPr>
                <a:defRPr/>
              </a:pPr>
              <a:t>2019-12-08</a:t>
            </a:fld>
            <a:endParaRPr lang="en-US"/>
          </a:p>
        </p:txBody>
      </p:sp>
      <p:sp>
        <p:nvSpPr>
          <p:cNvPr id="4" name="Slide Image Placeholder 3">
            <a:extLst>
              <a:ext uri="{FF2B5EF4-FFF2-40B4-BE49-F238E27FC236}">
                <a16:creationId xmlns:a16="http://schemas.microsoft.com/office/drawing/2014/main" xmlns="" id="{53188908-AFEB-4737-8BF2-DB4AE811F448}"/>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9F0F1E5A-A091-41DE-BE17-ED17C02F222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B295AD49-2B45-4AE4-96CA-789C00C0CC9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xmlns="" id="{D1BF8EA9-4D3B-4916-8645-B3D085F8337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C537184-4536-4D73-AE0A-A022D1C0B9B0}" type="slidenum">
              <a:rPr lang="en-US"/>
              <a:pPr>
                <a:defRPr/>
              </a:pPr>
              <a:t>‹#›</a:t>
            </a:fld>
            <a:endParaRPr lang="en-US"/>
          </a:p>
        </p:txBody>
      </p:sp>
    </p:spTree>
    <p:extLst>
      <p:ext uri="{BB962C8B-B14F-4D97-AF65-F5344CB8AC3E}">
        <p14:creationId xmlns:p14="http://schemas.microsoft.com/office/powerpoint/2010/main" val="8229012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197069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7428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756873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29.xml"/><Relationship Id="rId13" Type="http://schemas.openxmlformats.org/officeDocument/2006/relationships/slide" Target="slide27.xml"/><Relationship Id="rId3" Type="http://schemas.openxmlformats.org/officeDocument/2006/relationships/slide" Target="slide11.xml"/><Relationship Id="rId7" Type="http://schemas.openxmlformats.org/officeDocument/2006/relationships/slide" Target="slide17.xml"/><Relationship Id="rId12" Type="http://schemas.openxmlformats.org/officeDocument/2006/relationships/slide" Target="slide25.xml"/><Relationship Id="rId2" Type="http://schemas.openxmlformats.org/officeDocument/2006/relationships/slide" Target="slide9.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23.xml"/><Relationship Id="rId5" Type="http://schemas.openxmlformats.org/officeDocument/2006/relationships/slide" Target="slide15.xml"/><Relationship Id="rId10" Type="http://schemas.openxmlformats.org/officeDocument/2006/relationships/slide" Target="slide21.xml"/><Relationship Id="rId4" Type="http://schemas.openxmlformats.org/officeDocument/2006/relationships/slide" Target="slide12.xml"/><Relationship Id="rId9" Type="http://schemas.openxmlformats.org/officeDocument/2006/relationships/slide" Target="slide19.xml"/><Relationship Id="rId14" Type="http://schemas.openxmlformats.org/officeDocument/2006/relationships/slide" Target="slide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xmlns="" id="{27304A90-C80F-46EC-B978-0F23CFD0E920}"/>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r>
              <a:rPr lang="ar-EG" altLang="ar-EG" sz="4800"/>
              <a:t/>
            </a:r>
            <a:br>
              <a:rPr lang="ar-EG" altLang="ar-EG" sz="4800"/>
            </a:br>
            <a:endParaRPr lang="ar-EG" altLang="ar-EG" sz="4800"/>
          </a:p>
        </p:txBody>
      </p:sp>
      <p:sp>
        <p:nvSpPr>
          <p:cNvPr id="8" name="Content Placeholder 2">
            <a:extLst>
              <a:ext uri="{FF2B5EF4-FFF2-40B4-BE49-F238E27FC236}">
                <a16:creationId xmlns:a16="http://schemas.microsoft.com/office/drawing/2014/main" xmlns="" id="{0A6F0351-FD2D-4F89-AAB4-F09DC62CFD8A}"/>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xmlns="" id="{C8F649AF-8B8D-4BA7-9D7C-E9590F904543}"/>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xmlns="" id="{B2359835-02D2-413A-B2C6-ED1268EE1CE7}"/>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r>
              <a:rPr lang="ar-EG" altLang="ar-EG" sz="4800" b="1" kern="0" dirty="0">
                <a:cs typeface="Times New Roman" panose="02020603050405020304" pitchFamily="18" charset="0"/>
              </a:rPr>
              <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xmlns="" id="{65E0D3EB-C65E-462D-B583-821BAFBA9B00}"/>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xmlns="" id="{D2ECC124-84AA-4BF9-81BE-F8CABEC0D80E}"/>
              </a:ext>
            </a:extLst>
          </p:cNvPr>
          <p:cNvSpPr>
            <a:spLocks noGrp="1"/>
          </p:cNvSpPr>
          <p:nvPr>
            <p:ph idx="4294967295"/>
          </p:nvPr>
        </p:nvSpPr>
        <p:spPr bwMode="auto">
          <a:xfrm>
            <a:off x="0" y="0"/>
            <a:ext cx="9144000" cy="6602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7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2D70A5C2-AC45-4DEC-9DA4-57B52AABACD0}"/>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xmlns="" id="{BFE45A45-BE6B-42C4-8794-6AE17948BBEE}"/>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r>
              <a:rPr lang="ar-EG" altLang="ar-EG" sz="4800" b="1" kern="0" dirty="0">
                <a:cs typeface="Times New Roman" panose="02020603050405020304" pitchFamily="18" charset="0"/>
              </a:rPr>
              <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xmlns="" id="{A6B7F561-74CC-47DA-AAA6-06E1E56D37EA}"/>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xmlns="" id="{6572A2FC-0D48-426B-A0FE-02BA7F7D2CDD}"/>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Rectangle 164">
            <a:hlinkClick r:id="rId2" action="ppaction://hlinksldjump"/>
            <a:extLst>
              <a:ext uri="{FF2B5EF4-FFF2-40B4-BE49-F238E27FC236}">
                <a16:creationId xmlns:a16="http://schemas.microsoft.com/office/drawing/2014/main" xmlns="" id="{515A5CDE-9D5C-422B-98C2-D311BEC6A628}"/>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129 من الأعماق</a:t>
            </a:r>
          </a:p>
        </p:txBody>
      </p:sp>
      <p:sp>
        <p:nvSpPr>
          <p:cNvPr id="166" name="Rectangle 165">
            <a:hlinkClick r:id="rId3" action="ppaction://hlinksldjump"/>
            <a:extLst>
              <a:ext uri="{FF2B5EF4-FFF2-40B4-BE49-F238E27FC236}">
                <a16:creationId xmlns:a16="http://schemas.microsoft.com/office/drawing/2014/main" xmlns="" id="{CCDD9BBC-AF6C-4D96-A1FD-67DD1EEB6C1B}"/>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130 يا رب لم يرتفع</a:t>
            </a:r>
          </a:p>
        </p:txBody>
      </p:sp>
      <p:sp>
        <p:nvSpPr>
          <p:cNvPr id="167" name="Rectangle 166">
            <a:hlinkClick r:id="rId4" action="ppaction://hlinksldjump"/>
            <a:extLst>
              <a:ext uri="{FF2B5EF4-FFF2-40B4-BE49-F238E27FC236}">
                <a16:creationId xmlns:a16="http://schemas.microsoft.com/office/drawing/2014/main" xmlns="" id="{24698FC6-2117-4AF3-9173-A7233E181E8C}"/>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131 اذكر يا رب داود</a:t>
            </a:r>
          </a:p>
        </p:txBody>
      </p:sp>
      <p:sp>
        <p:nvSpPr>
          <p:cNvPr id="168" name="Rectangle 167">
            <a:hlinkClick r:id="rId5" action="ppaction://hlinksldjump"/>
            <a:extLst>
              <a:ext uri="{FF2B5EF4-FFF2-40B4-BE49-F238E27FC236}">
                <a16:creationId xmlns:a16="http://schemas.microsoft.com/office/drawing/2014/main" xmlns="" id="{0DEB5A94-30C6-49BF-9D05-2DD7E48C88F5}"/>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132 </a:t>
            </a:r>
            <a:r>
              <a:rPr lang="ar-EG" sz="4000" b="1" dirty="0" err="1">
                <a:solidFill>
                  <a:srgbClr val="FFC000"/>
                </a:solidFill>
                <a:cs typeface="Times New Roman" pitchFamily="18" charset="0"/>
              </a:rPr>
              <a:t>هوذا</a:t>
            </a:r>
            <a:r>
              <a:rPr lang="ar-EG" sz="4000" b="1" dirty="0">
                <a:solidFill>
                  <a:srgbClr val="FFC000"/>
                </a:solidFill>
                <a:cs typeface="Times New Roman" pitchFamily="18" charset="0"/>
              </a:rPr>
              <a:t> ما أحسن</a:t>
            </a:r>
          </a:p>
        </p:txBody>
      </p:sp>
      <p:sp>
        <p:nvSpPr>
          <p:cNvPr id="169" name="Rectangle 168">
            <a:hlinkClick r:id="rId6" action="ppaction://hlinksldjump"/>
            <a:extLst>
              <a:ext uri="{FF2B5EF4-FFF2-40B4-BE49-F238E27FC236}">
                <a16:creationId xmlns:a16="http://schemas.microsoft.com/office/drawing/2014/main" xmlns="" id="{35831506-8C04-44F8-9A08-B095B6FAF6F7}"/>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133 ها باركوا الرب</a:t>
            </a:r>
          </a:p>
        </p:txBody>
      </p:sp>
      <p:sp>
        <p:nvSpPr>
          <p:cNvPr id="170" name="Rectangle 169">
            <a:hlinkClick r:id="rId7" action="ppaction://hlinksldjump"/>
            <a:extLst>
              <a:ext uri="{FF2B5EF4-FFF2-40B4-BE49-F238E27FC236}">
                <a16:creationId xmlns:a16="http://schemas.microsoft.com/office/drawing/2014/main" xmlns="" id="{B90AB6F3-FD4E-4CD6-A646-E8E678E0300B}"/>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136 على أنهار بابل</a:t>
            </a:r>
          </a:p>
        </p:txBody>
      </p:sp>
      <p:sp>
        <p:nvSpPr>
          <p:cNvPr id="171" name="Rectangle 170">
            <a:hlinkClick r:id="rId8" action="ppaction://hlinksldjump"/>
            <a:extLst>
              <a:ext uri="{FF2B5EF4-FFF2-40B4-BE49-F238E27FC236}">
                <a16:creationId xmlns:a16="http://schemas.microsoft.com/office/drawing/2014/main" xmlns="" id="{9993C087-C9FF-4AF7-89D7-1A75F5179853}"/>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147 سبحي الرب</a:t>
            </a:r>
          </a:p>
        </p:txBody>
      </p:sp>
      <p:sp>
        <p:nvSpPr>
          <p:cNvPr id="172" name="Rectangle 171">
            <a:hlinkClick r:id="rId9" action="ppaction://hlinksldjump"/>
            <a:extLst>
              <a:ext uri="{FF2B5EF4-FFF2-40B4-BE49-F238E27FC236}">
                <a16:creationId xmlns:a16="http://schemas.microsoft.com/office/drawing/2014/main" xmlns="" id="{7DF0A323-0A07-42AA-B289-DB39EB4EB4AB}"/>
              </a:ext>
            </a:extLst>
          </p:cNvPr>
          <p:cNvSpPr/>
          <p:nvPr/>
        </p:nvSpPr>
        <p:spPr>
          <a:xfrm flipH="1">
            <a:off x="76199" y="676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137 أعترف لك يا رب</a:t>
            </a:r>
          </a:p>
        </p:txBody>
      </p:sp>
      <p:sp>
        <p:nvSpPr>
          <p:cNvPr id="173" name="Rectangle 172">
            <a:hlinkClick r:id="rId10" action="ppaction://hlinksldjump"/>
            <a:extLst>
              <a:ext uri="{FF2B5EF4-FFF2-40B4-BE49-F238E27FC236}">
                <a16:creationId xmlns:a16="http://schemas.microsoft.com/office/drawing/2014/main" xmlns="" id="{ECEF8BDB-AF9A-424C-9991-8F5D96DDDBC2}"/>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140 يا رب إليك صرخت</a:t>
            </a:r>
          </a:p>
        </p:txBody>
      </p:sp>
      <p:sp>
        <p:nvSpPr>
          <p:cNvPr id="174" name="Rectangle 173">
            <a:hlinkClick r:id="rId11" action="ppaction://hlinksldjump"/>
            <a:extLst>
              <a:ext uri="{FF2B5EF4-FFF2-40B4-BE49-F238E27FC236}">
                <a16:creationId xmlns:a16="http://schemas.microsoft.com/office/drawing/2014/main" xmlns="" id="{CC626ED0-95D7-4A72-8064-9F2470410B20}"/>
              </a:ext>
            </a:extLst>
          </p:cNvPr>
          <p:cNvSpPr/>
          <p:nvPr/>
        </p:nvSpPr>
        <p:spPr>
          <a:xfrm flipH="1">
            <a:off x="76199" y="2454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141 بصوتي إلى الرب</a:t>
            </a:r>
          </a:p>
        </p:txBody>
      </p:sp>
      <p:sp>
        <p:nvSpPr>
          <p:cNvPr id="175" name="Rectangle 174">
            <a:hlinkClick r:id="rId12" action="ppaction://hlinksldjump"/>
            <a:extLst>
              <a:ext uri="{FF2B5EF4-FFF2-40B4-BE49-F238E27FC236}">
                <a16:creationId xmlns:a16="http://schemas.microsoft.com/office/drawing/2014/main" xmlns="" id="{11048A1D-F270-4C3D-A033-5AC12C2CCB00}"/>
              </a:ext>
            </a:extLst>
          </p:cNvPr>
          <p:cNvSpPr/>
          <p:nvPr/>
        </p:nvSpPr>
        <p:spPr>
          <a:xfrm flipH="1">
            <a:off x="76199" y="3343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145 سبحي يا نفسى</a:t>
            </a:r>
          </a:p>
        </p:txBody>
      </p:sp>
      <p:sp>
        <p:nvSpPr>
          <p:cNvPr id="176" name="Rectangle 175">
            <a:hlinkClick r:id="rId13" action="ppaction://hlinksldjump"/>
            <a:extLst>
              <a:ext uri="{FF2B5EF4-FFF2-40B4-BE49-F238E27FC236}">
                <a16:creationId xmlns:a16="http://schemas.microsoft.com/office/drawing/2014/main" xmlns="" id="{F5AD706D-F1B6-427F-A9C7-48B9E7C16D8E}"/>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146 سبحوا الرب</a:t>
            </a:r>
          </a:p>
        </p:txBody>
      </p:sp>
      <p:sp>
        <p:nvSpPr>
          <p:cNvPr id="177" name="Rectangle 176">
            <a:hlinkClick r:id="rId14" action="ppaction://hlinksldjump"/>
            <a:extLst>
              <a:ext uri="{FF2B5EF4-FFF2-40B4-BE49-F238E27FC236}">
                <a16:creationId xmlns:a16="http://schemas.microsoft.com/office/drawing/2014/main" xmlns="" id="{9B5691CE-57E1-446D-90FD-F82F95B8EAD4}"/>
              </a:ext>
            </a:extLst>
          </p:cNvPr>
          <p:cNvSpPr/>
          <p:nvPr/>
        </p:nvSpPr>
        <p:spPr>
          <a:xfrm flipH="1">
            <a:off x="2378596"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9257" name="Title 1">
            <a:extLst>
              <a:ext uri="{FF2B5EF4-FFF2-40B4-BE49-F238E27FC236}">
                <a16:creationId xmlns:a16="http://schemas.microsoft.com/office/drawing/2014/main" xmlns="" id="{A8F288D7-D486-480A-A5BF-15003E306916}"/>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النوم</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xmlns="" id="{B362363F-D581-4F07-B4A1-24A717D965D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(1) المزمور المائة والتاسع والعشرون</a:t>
            </a:r>
            <a:endParaRPr lang="en-US" altLang="ar-EG" sz="4800"/>
          </a:p>
        </p:txBody>
      </p:sp>
      <p:sp>
        <p:nvSpPr>
          <p:cNvPr id="10243" name="Content Placeholder 2">
            <a:extLst>
              <a:ext uri="{FF2B5EF4-FFF2-40B4-BE49-F238E27FC236}">
                <a16:creationId xmlns:a16="http://schemas.microsoft.com/office/drawing/2014/main" xmlns="" id="{B82EED63-C749-4D42-8427-3F520B9E550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من الأعماق صرخت إليك يا رب، يا رب استمع صوتي. لتكن أذناك مصغيتين إلى صوت تضرعي. إن كنت للآثام راصدا يا رب، يا رب من يثبت لأن من عندك المغفرة. من أجل اسمك صبرْتُ لك يا رب، صبرَتْ نفسي لناموسك. انتظرت نفسي الرب من محرس الصبح إلى الليل. من محرس الصبح فلينتظر إسرائيل الرب. لأن الرحمة من عند الرب. عظيم هو</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xmlns="" id="{38C82BC7-F1EE-42B7-8DA0-6C8F2251EBEB}"/>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خلاصه وهو يفتدي إسرائيل من كل آثامه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1267" name="TextBox 3">
            <a:extLst>
              <a:ext uri="{FF2B5EF4-FFF2-40B4-BE49-F238E27FC236}">
                <a16:creationId xmlns:a16="http://schemas.microsoft.com/office/drawing/2014/main" xmlns="" id="{919290E8-63AA-4245-95D7-98897244ADA0}"/>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4" name="Rectangle 3">
            <a:hlinkClick r:id="rId2" action="ppaction://hlinksldjump"/>
            <a:extLst>
              <a:ext uri="{FF2B5EF4-FFF2-40B4-BE49-F238E27FC236}">
                <a16:creationId xmlns:a16="http://schemas.microsoft.com/office/drawing/2014/main" xmlns="" id="{BE31EFF4-0DCC-426D-A922-40268DDF4B1A}"/>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xmlns="" id="{CA4AFD27-D4AA-4D86-ABB7-0D594D445521}"/>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912EF0C2-1ADC-4D69-BD5A-E096518219D3}"/>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المائة والثلاثون</a:t>
            </a:r>
            <a:endParaRPr lang="en-US" altLang="ar-EG" sz="4800"/>
          </a:p>
        </p:txBody>
      </p:sp>
      <p:sp>
        <p:nvSpPr>
          <p:cNvPr id="12291" name="Content Placeholder 2">
            <a:extLst>
              <a:ext uri="{FF2B5EF4-FFF2-40B4-BE49-F238E27FC236}">
                <a16:creationId xmlns:a16="http://schemas.microsoft.com/office/drawing/2014/main" xmlns="" id="{29C46428-8B57-4557-987F-7256EB71E6F1}"/>
              </a:ext>
            </a:extLst>
          </p:cNvPr>
          <p:cNvSpPr>
            <a:spLocks noGrp="1"/>
          </p:cNvSpPr>
          <p:nvPr>
            <p:ph idx="4294967295"/>
          </p:nvPr>
        </p:nvSpPr>
        <p:spPr bwMode="auto">
          <a:xfrm>
            <a:off x="0" y="76200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لم يرتفع قلبي، ولم تستعلِ عيناي، ولم أسلك في العظائم ولا في العجائب التي هي أعلى مني. فان كنت لم أتضع لكن رفعت صوتي مثل الفطيم من اللبن على أمه، كذلك المجازاة على نفسي. فليتكل إسرائيل على الرب من الآن والى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2292" name="TextBox 3">
            <a:extLst>
              <a:ext uri="{FF2B5EF4-FFF2-40B4-BE49-F238E27FC236}">
                <a16:creationId xmlns:a16="http://schemas.microsoft.com/office/drawing/2014/main" xmlns="" id="{E996A704-2990-4485-97F3-8348FB1FC872}"/>
              </a:ext>
            </a:extLst>
          </p:cNvPr>
          <p:cNvSpPr txBox="1">
            <a:spLocks noChangeArrowheads="1"/>
          </p:cNvSpPr>
          <p:nvPr/>
        </p:nvSpPr>
        <p:spPr bwMode="auto">
          <a:xfrm>
            <a:off x="0" y="457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xmlns="" id="{77F3CA11-223A-4058-9AF3-C38268BA03DF}"/>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xmlns="" id="{16087863-80C3-4D6F-8FA7-51BD85173CA8}"/>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54FFAFC0-7812-4A1A-8171-D00645A3518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المائة والحادي والثلاثون</a:t>
            </a:r>
            <a:endParaRPr lang="en-US" altLang="ar-EG" sz="4800"/>
          </a:p>
        </p:txBody>
      </p:sp>
      <p:sp>
        <p:nvSpPr>
          <p:cNvPr id="13315" name="Content Placeholder 2">
            <a:extLst>
              <a:ext uri="{FF2B5EF4-FFF2-40B4-BE49-F238E27FC236}">
                <a16:creationId xmlns:a16="http://schemas.microsoft.com/office/drawing/2014/main" xmlns="" id="{04C583BF-38D3-4ECA-A6BD-56CE64709AC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اذكر يا رب داود وكل دعته، كيف أقسم للرب ونذر لإله يعقوب: إني لا أدخل إلى مسكن بيتي، ولا أصعد على سرير فراشي، ولا أعطى لعيني نوما، ولا لأجفاني نعاسا، ولا راحة لصدغيَّ، إلى أن أجد موضعا للرب ومسكنا لإله يعقوبَ. ها قد سمعنا به في افراته ووجدناه في موضع الغابة. فلندخل إلى مساكنه ونسجد في الموضع الذي فيه استقرت قدماه. قم يا رب إلى</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xmlns="" id="{BAAD25E2-4BCB-437B-ACA1-4C4E5C3E7B0D}"/>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راحتك أنت وتابوت موضع قدسك. كهنتك يلبسون البر وأبرارك يبتهجون. من أجل داود عبدك لا ترد وجهك عن مسيحك. حلف الرب لداود حقا ولا يخلف: لأجعَلنَّ من ثمرة بطنك على كرسيك. إن حفظ بنوك عهدي وشهاداتي التي أعلمهم إياها، فبنوهم أيضا يجلسون إلى الأبد على كرسيك. لأن الرب اختار صهيون ورضيها مسكننا له. هذا هو موضع راحتي إلى أبد الأبد، ههنا أسكن لأني أردته. لصيدها أبارك</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xmlns="" id="{32BFB27D-2A0C-4756-AF84-8D1D8C484A3E}"/>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بركة، لمساكينها أشبع خبزا، لكهنتها ألبس الخلاص وأبرارها يبتهجون ابتهاجا. هناك أقيم قرنا لداود. هيأتُ سراجا لمسيحي. لأعدائه ألبس الخزي وعليه يزهر قدسي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5363" name="TextBox 3">
            <a:extLst>
              <a:ext uri="{FF2B5EF4-FFF2-40B4-BE49-F238E27FC236}">
                <a16:creationId xmlns:a16="http://schemas.microsoft.com/office/drawing/2014/main" xmlns="" id="{1114477E-DE22-4132-86BC-CCE3B930AF11}"/>
              </a:ext>
            </a:extLst>
          </p:cNvPr>
          <p:cNvSpPr txBox="1">
            <a:spLocks noChangeArrowheads="1"/>
          </p:cNvSpPr>
          <p:nvPr/>
        </p:nvSpPr>
        <p:spPr bwMode="auto">
          <a:xfrm>
            <a:off x="0" y="29718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B3BC349A-B96B-463D-82BF-B9D898423AB9}"/>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C145C5AB-26A5-4141-B68E-E32F7F465382}"/>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xmlns="" id="{4E524CCA-FC2E-4570-ADB9-ECCAECCBA93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المائة والثاني والثلاثون</a:t>
            </a:r>
            <a:endParaRPr lang="en-US" altLang="ar-EG" sz="4800"/>
          </a:p>
        </p:txBody>
      </p:sp>
      <p:sp>
        <p:nvSpPr>
          <p:cNvPr id="16387" name="Content Placeholder 2">
            <a:extLst>
              <a:ext uri="{FF2B5EF4-FFF2-40B4-BE49-F238E27FC236}">
                <a16:creationId xmlns:a16="http://schemas.microsoft.com/office/drawing/2014/main" xmlns="" id="{557F1704-CF6D-4646-A5E9-16C3E042D640}"/>
              </a:ext>
            </a:extLst>
          </p:cNvPr>
          <p:cNvSpPr>
            <a:spLocks noGrp="1"/>
          </p:cNvSpPr>
          <p:nvPr>
            <p:ph idx="4294967295"/>
          </p:nvPr>
        </p:nvSpPr>
        <p:spPr bwMode="auto">
          <a:xfrm>
            <a:off x="0" y="76200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هوذا ما أحسن وما أحلي أن يسكن الاخوة معا. كالطيب الكائن على الرأس الذي ينزل على اللحية، لحية هارون النازلة على جيب قميصه. ومثل ندى حرمون المنحدر على جبل صهيون. لأن هناك أمر الرب بالبركة والحياة إلى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6388" name="TextBox 3">
            <a:extLst>
              <a:ext uri="{FF2B5EF4-FFF2-40B4-BE49-F238E27FC236}">
                <a16:creationId xmlns:a16="http://schemas.microsoft.com/office/drawing/2014/main" xmlns="" id="{6346513A-5369-4879-8188-DB5FE6A0AD01}"/>
              </a:ext>
            </a:extLst>
          </p:cNvPr>
          <p:cNvSpPr txBox="1">
            <a:spLocks noChangeArrowheads="1"/>
          </p:cNvSpPr>
          <p:nvPr/>
        </p:nvSpPr>
        <p:spPr bwMode="auto">
          <a:xfrm>
            <a:off x="0" y="45720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xmlns="" id="{A8D34633-A539-45D3-AD73-16BFEFCBE5DA}"/>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xmlns="" id="{4CBD0CAC-158F-488E-A01E-7E4B058928F6}"/>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D1A7BFA2-2292-407B-8CC3-1788F19A6C3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المائة والثالث والثلاثون</a:t>
            </a:r>
            <a:endParaRPr lang="en-US" altLang="ar-EG" sz="4800"/>
          </a:p>
        </p:txBody>
      </p:sp>
      <p:sp>
        <p:nvSpPr>
          <p:cNvPr id="17411" name="Content Placeholder 2">
            <a:extLst>
              <a:ext uri="{FF2B5EF4-FFF2-40B4-BE49-F238E27FC236}">
                <a16:creationId xmlns:a16="http://schemas.microsoft.com/office/drawing/2014/main" xmlns="" id="{018E0C26-7CB6-489D-9AA5-FD72EB2B66AE}"/>
              </a:ext>
            </a:extLst>
          </p:cNvPr>
          <p:cNvSpPr>
            <a:spLocks noGrp="1"/>
          </p:cNvSpPr>
          <p:nvPr>
            <p:ph idx="4294967295"/>
          </p:nvPr>
        </p:nvSpPr>
        <p:spPr bwMode="auto">
          <a:xfrm>
            <a:off x="0" y="76200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ها باركوا الربَّ يا عبيدَ الرب، القائمين في بيت الرب في ديار إلهنا. في الليالي ارفعوا أيديكم إلى القدس وباركوا الرب. يبارككم الرب من صهيون الذي خلق السماء والأرض</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7412" name="TextBox 3">
            <a:extLst>
              <a:ext uri="{FF2B5EF4-FFF2-40B4-BE49-F238E27FC236}">
                <a16:creationId xmlns:a16="http://schemas.microsoft.com/office/drawing/2014/main" xmlns="" id="{53B3D648-3C25-4D41-96A9-06C804CB0A2C}"/>
              </a:ext>
            </a:extLst>
          </p:cNvPr>
          <p:cNvSpPr txBox="1">
            <a:spLocks noChangeArrowheads="1"/>
          </p:cNvSpPr>
          <p:nvPr/>
        </p:nvSpPr>
        <p:spPr bwMode="auto">
          <a:xfrm>
            <a:off x="0" y="37099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xmlns="" id="{950E48FF-9041-456D-8F64-B1C68534140A}"/>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xmlns="" id="{D575C7A9-474B-40DD-B7D1-9B0AD6A5AA6F}"/>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xmlns="" id="{E35C75AC-4C57-49BA-911A-5ED3602FBF40}"/>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المائة والسادس والثلاثون</a:t>
            </a:r>
            <a:endParaRPr lang="en-US" altLang="ar-EG" sz="4800"/>
          </a:p>
        </p:txBody>
      </p:sp>
      <p:sp>
        <p:nvSpPr>
          <p:cNvPr id="18435" name="Content Placeholder 2">
            <a:extLst>
              <a:ext uri="{FF2B5EF4-FFF2-40B4-BE49-F238E27FC236}">
                <a16:creationId xmlns:a16="http://schemas.microsoft.com/office/drawing/2014/main" xmlns="" id="{06D4ED72-E872-4ABB-A5DB-182A48E8FDA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على أنهار بابل هناك جلسنا، فبكينا عندما تذكرنا صهيون. على الصفصاف في وسطها علقنا قيثاراتنا، لأنه هناك سألنا الذين سبونا أقوالَ التسبيح. والذين استاقونا إلى هناك قالوا: سبحوا لنا تسبحة من تسابيح صهيون. كيف نسبِّح تسبحة الرب في أرض غريبة. إن نسيتك يا أورشليم أنسَ يميني، ويلتصق لساني بحنكي إن لم أذكرك، إن لم أفضل أورشليم في</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xmlns="" id="{F4C7BBD3-5E5D-45DD-8720-80CCA0B99160}"/>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ابتداء فرحي. اذكر يا رب بني أدوم في يوم أورشليم القائلين: انقضوا انقضوا حتى الأساس منها. يا بنت بابل الشقية طوبى لمن يكافئك مكافأتك التي جازيتينا. طوبى لمن يمسك أطفالك ويدفنهم عند الصخرة</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9459" name="TextBox 3">
            <a:extLst>
              <a:ext uri="{FF2B5EF4-FFF2-40B4-BE49-F238E27FC236}">
                <a16:creationId xmlns:a16="http://schemas.microsoft.com/office/drawing/2014/main" xmlns="" id="{C862238C-9A37-435A-A2AB-872931918958}"/>
              </a:ext>
            </a:extLst>
          </p:cNvPr>
          <p:cNvSpPr txBox="1">
            <a:spLocks noChangeArrowheads="1"/>
          </p:cNvSpPr>
          <p:nvPr/>
        </p:nvSpPr>
        <p:spPr bwMode="auto">
          <a:xfrm>
            <a:off x="0" y="35814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318AB4DD-FD79-4712-A698-7F1E9F0025E2}"/>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121C19FC-D885-452F-AC92-6B22E660BE0F}"/>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xmlns="" id="{0FAE7DE8-1939-4DB2-9C8F-27E35A3E9AD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المائة والسابع والثلاثون</a:t>
            </a:r>
            <a:endParaRPr lang="en-US" altLang="ar-EG" sz="4800"/>
          </a:p>
        </p:txBody>
      </p:sp>
      <p:sp>
        <p:nvSpPr>
          <p:cNvPr id="20483" name="Content Placeholder 2">
            <a:extLst>
              <a:ext uri="{FF2B5EF4-FFF2-40B4-BE49-F238E27FC236}">
                <a16:creationId xmlns:a16="http://schemas.microsoft.com/office/drawing/2014/main" xmlns="" id="{1F5CE817-15A5-4CCD-8814-84519156C4E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أعترف لك يا رب من كل قلبي لأنك استمعت كل كلمات فمي. أمام الملائكة أرتل لك وأسجد قدام هيكلك المقدس، وأعترف لاسمك على رحمتك وحقك، لأنك قد عظمت اسمك القدوس على الكل. اليوم الذي أدعوك فيه أجبني بسرعة. تكثر التطلع على نفسي بقوة. فليعترف لك يا رب كل ملوك الأرض. لأنهم قد سمعوا سائر كلمات فمك وليسبحوا في طرق الرب. لأن مجد</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xmlns="" id="{6F9A07DB-FEC7-4689-BE4C-C6DFB8B946C7}"/>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عظيم لأن الرب عال ويعاين المتواضعات والكائنات يعرفها من بعد. إن سلكت في وسط الشدة فإنك تحييني. على رجز الأعداء مددت يدك وخلصتني يمينك. الرب يجازي عني، يا رب رحمتك دائمة إلى الأبد. أعمال يديك يا رب لا تتركها</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1507" name="TextBox 3">
            <a:extLst>
              <a:ext uri="{FF2B5EF4-FFF2-40B4-BE49-F238E27FC236}">
                <a16:creationId xmlns:a16="http://schemas.microsoft.com/office/drawing/2014/main" xmlns="" id="{7EBD66DF-20A0-48E3-8ABE-597B4C55AE2F}"/>
              </a:ext>
            </a:extLst>
          </p:cNvPr>
          <p:cNvSpPr txBox="1">
            <a:spLocks noChangeArrowheads="1"/>
          </p:cNvSpPr>
          <p:nvPr/>
        </p:nvSpPr>
        <p:spPr bwMode="auto">
          <a:xfrm>
            <a:off x="0" y="44275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104D3DE0-E406-4468-BBE4-174F9C8434CE}"/>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D92D4071-6C4E-4C56-B663-7A7D011161D7}"/>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xmlns="" id="{B1645342-F988-414B-895F-92DE962B33F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المائة والأربعون</a:t>
            </a:r>
            <a:endParaRPr lang="en-US" altLang="ar-EG" sz="4800"/>
          </a:p>
        </p:txBody>
      </p:sp>
      <p:sp>
        <p:nvSpPr>
          <p:cNvPr id="22531" name="Content Placeholder 2">
            <a:extLst>
              <a:ext uri="{FF2B5EF4-FFF2-40B4-BE49-F238E27FC236}">
                <a16:creationId xmlns:a16="http://schemas.microsoft.com/office/drawing/2014/main" xmlns="" id="{BB850AAF-F9C3-494E-9122-855EFF8E362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إليك صرخت فاستمع لي. أنصت إلى صوت تضرعي، إذا ما صرختُ إليك. لتسقم صلاتي كالبخور قدامك. وليكن رفع يدي كذبيحة مسائية. ضع يا رب حافظا لفمي، وبابا حصينا لشفتي. ولا تمل قلبي إلى كلام الشر، فيتعلل بعلل في الخطايا مع أناس فاعلي الإثم، ولا أتفق مع مختاريهم. فليؤدبني الصديق برحمة ويوبخني. أما زيت الخاطئ فلا يدهن</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xmlns="" id="{291EEC31-51B1-4A44-B279-E6A629D83B34}"/>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رأسي، لأن صلاتي أيضا بمسرة. قد ابتُلِع أقوياؤهم عند الصخرة، يسمعون كلماتي لأنهم استلذوا. مثل شحم الأرض انشقوا على الأرض. تبددت عظامهم عند الجحيم، لأن عيوننا إليك يا رب، يا رب عليك توكلت فلا تقتل نفسي. احفظني من الفخ الذي قد نصبوه لي. ومن شكوك فاعلي الإثم. يسقط الخطاة في شبكتهم، وأكون أنا وحدي حتى يجوزَ الإثم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3555" name="TextBox 3">
            <a:extLst>
              <a:ext uri="{FF2B5EF4-FFF2-40B4-BE49-F238E27FC236}">
                <a16:creationId xmlns:a16="http://schemas.microsoft.com/office/drawing/2014/main" xmlns="" id="{AF733833-B9A7-4B59-959F-B8CC27B34F80}"/>
              </a:ext>
            </a:extLst>
          </p:cNvPr>
          <p:cNvSpPr txBox="1">
            <a:spLocks noChangeArrowheads="1"/>
          </p:cNvSpPr>
          <p:nvPr/>
        </p:nvSpPr>
        <p:spPr bwMode="auto">
          <a:xfrm>
            <a:off x="0" y="59515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F1B435DE-0C91-4573-9963-2FADB9CA931D}"/>
              </a:ext>
            </a:extLst>
          </p:cNvPr>
          <p:cNvSpPr/>
          <p:nvPr/>
        </p:nvSpPr>
        <p:spPr>
          <a:xfrm flipH="1">
            <a:off x="37338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6537293E-1774-48F8-A025-AEF24CC0B5E5}"/>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AB54BA1F-5239-4E75-971A-7337B6EACE3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(9) المزمور المائة والحادي والأربعون</a:t>
            </a:r>
            <a:endParaRPr lang="en-US" altLang="ar-EG" sz="4800"/>
          </a:p>
        </p:txBody>
      </p:sp>
      <p:sp>
        <p:nvSpPr>
          <p:cNvPr id="24579" name="Content Placeholder 2">
            <a:extLst>
              <a:ext uri="{FF2B5EF4-FFF2-40B4-BE49-F238E27FC236}">
                <a16:creationId xmlns:a16="http://schemas.microsoft.com/office/drawing/2014/main" xmlns="" id="{8A6ADA80-8542-46B5-AB35-89059281BF0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بصوتي إلى الرب صرختُ، بصوتي إلى الرب تضرعتُ. أسكب أمامه توسلي. أبث لديه ضيقي، عند فناء روحي مني وأنت علمتَ سبلي. في الطريق التي أسلك أخفوا لي فخا، تأملت عن اليمين وأبصرت فلم يكن من يعرفني. ضاع المهرب مني وليس من يسأل عن نفسي. فصرختُ إليك يا رب وقلت: أنت هو رجائي وحظي في أرض الأحياء. أنصت إلى</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xmlns="" id="{F0D05819-CCEE-4FE1-9BFC-506232B9CB2A}"/>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طلبتي فإنني قد تذللتُ جدا. نجني من الذين يضطهدونني لأنهم قد اعتزوا أكثر مني. أخرج من الحبس نفسي، لكي أشكر اسمك يا رب. إياي ينتظر الصديقون حتى تجازيني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5603" name="TextBox 3">
            <a:extLst>
              <a:ext uri="{FF2B5EF4-FFF2-40B4-BE49-F238E27FC236}">
                <a16:creationId xmlns:a16="http://schemas.microsoft.com/office/drawing/2014/main" xmlns="" id="{AF8D00E8-DE59-4002-B7A4-4567AD0D3172}"/>
              </a:ext>
            </a:extLst>
          </p:cNvPr>
          <p:cNvSpPr txBox="1">
            <a:spLocks noChangeArrowheads="1"/>
          </p:cNvSpPr>
          <p:nvPr/>
        </p:nvSpPr>
        <p:spPr bwMode="auto">
          <a:xfrm>
            <a:off x="76200" y="28956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63A1A763-12AE-44A0-B720-5ADB702B1F62}"/>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F084C7AC-A0FC-4CE6-9ADC-B41348968756}"/>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xmlns="" id="{4D53024D-50DE-46AE-92CD-9F537A17396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المائة والخامس والأربعون</a:t>
            </a:r>
            <a:endParaRPr lang="en-US" altLang="ar-EG" sz="4800"/>
          </a:p>
        </p:txBody>
      </p:sp>
      <p:sp>
        <p:nvSpPr>
          <p:cNvPr id="26627" name="Content Placeholder 2">
            <a:extLst>
              <a:ext uri="{FF2B5EF4-FFF2-40B4-BE49-F238E27FC236}">
                <a16:creationId xmlns:a16="http://schemas.microsoft.com/office/drawing/2014/main" xmlns="" id="{91FB615E-BB45-4B9F-A476-BB127EA553C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سبحي يا نفسي الربَّ، أسبح الرب في حياتي وأرتل لإلهي ما دمت موجودا. لا تتكلوا على الرؤساء ولا على بني البشر الذين ليس عندهم خلاص. تخرج روحهم فيعودون إلى ترابهم. في ذلك اليوم تهلك كافة أفكارهم. طوبى لمن إله يعقوب معينه. واتكاله على الرب إلهه، الذي صنع السماء والأرض والبحر وكل ما فيها. الحافظ العدل إلى الدهر، الصانع الحكم</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xmlns="" id="{5EBCC5D1-3820-4554-BA75-C4A978143A88}"/>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للمظلومين المعطي الطعام للجياع. الرب يحل المربوطين الرب يقيم الساقطين. الرب يُحَكِّم العميان. الرب يحب الصديقين. الرب يحفظ الغرباء، ويعضد اليتيم والأرملة. ويبيد طرق الخطاة. يملك الرب إلى الدهر، وإلهك يا صهيون من جيل إلى جيل</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7651" name="TextBox 3">
            <a:extLst>
              <a:ext uri="{FF2B5EF4-FFF2-40B4-BE49-F238E27FC236}">
                <a16:creationId xmlns:a16="http://schemas.microsoft.com/office/drawing/2014/main" xmlns="" id="{317603E7-96E5-496E-A941-FD7BB3B58E54}"/>
              </a:ext>
            </a:extLst>
          </p:cNvPr>
          <p:cNvSpPr txBox="1">
            <a:spLocks noChangeArrowheads="1"/>
          </p:cNvSpPr>
          <p:nvPr/>
        </p:nvSpPr>
        <p:spPr bwMode="auto">
          <a:xfrm>
            <a:off x="-76200" y="4267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7608FB0E-F58E-45BD-88AB-8A83F9E186A8}"/>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AC822062-9B6D-47F7-AF0D-0E615D6A1195}"/>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xmlns="" id="{1A88531B-8940-492B-BAF4-9ACA5F5267A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المائة والسادس والأربعون</a:t>
            </a:r>
            <a:endParaRPr lang="en-US" altLang="ar-EG" sz="4800"/>
          </a:p>
        </p:txBody>
      </p:sp>
      <p:sp>
        <p:nvSpPr>
          <p:cNvPr id="28675" name="Content Placeholder 2">
            <a:extLst>
              <a:ext uri="{FF2B5EF4-FFF2-40B4-BE49-F238E27FC236}">
                <a16:creationId xmlns:a16="http://schemas.microsoft.com/office/drawing/2014/main" xmlns="" id="{6078E7F2-AF2C-4971-8802-78F8B4BE718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فان المزمور جيد، ولإلهنا يلذ التسبيح. الرب يبني أورشليم. الرب يجمع متفرقي إسرائيل. الرب يشفي المنكسري القلوب، ويجبر جميع كسرهم. المحصي كثرة الكواكب، ولكافتها يعطي أسماء. عظيم هو الرب وعظيمة هي قوته، ولا إحصاء لفهمه. الرب يرفع الودعاء ويذل الخطاة إلى الأرض.</a:t>
            </a:r>
            <a:r>
              <a:rPr lang="ar-EG" altLang="ar-EG" sz="4800" b="1">
                <a:cs typeface="Times New Roman" panose="02020603050405020304" pitchFamily="18" charset="0"/>
              </a:rPr>
              <a:t> </a:t>
            </a:r>
            <a:r>
              <a:rPr lang="ar-SA" altLang="ar-EG" sz="4800" b="1">
                <a:cs typeface="Times New Roman" panose="02020603050405020304" pitchFamily="18" charset="0"/>
              </a:rPr>
              <a:t>ابتدئوا للرب بالاعتراف، رتلوا لإلهنا بالقيثارة.</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xmlns="" id="{6C031BDA-FE21-4CA4-864F-5494F2DC9924}"/>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الذي يجلل السماء بالغمام، الذي يهيئ للأرض المطر، الذي يُنبت العشب على الجبال، والخضرة لخدمة البشر، ويعطي البهائم طعامها، ولفراخ الغربان التي تدعوه. لا يؤْثر قوة الفرس ولا يسر بساقي الرجل، بل يسر الرب بخائفيه وبالراجين رحمته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9699" name="TextBox 3">
            <a:extLst>
              <a:ext uri="{FF2B5EF4-FFF2-40B4-BE49-F238E27FC236}">
                <a16:creationId xmlns:a16="http://schemas.microsoft.com/office/drawing/2014/main" xmlns="" id="{E87D7017-96E3-48BC-89B1-4A9D52FCCDC1}"/>
              </a:ext>
            </a:extLst>
          </p:cNvPr>
          <p:cNvSpPr txBox="1">
            <a:spLocks noChangeArrowheads="1"/>
          </p:cNvSpPr>
          <p:nvPr/>
        </p:nvSpPr>
        <p:spPr bwMode="auto">
          <a:xfrm>
            <a:off x="-76200" y="42672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C1B8523F-2EFE-416F-B30B-360097100F4C}"/>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34F44A6F-3245-4FDD-857E-CEA2CA0C23E4}"/>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xmlns="" id="{DC047E21-00EA-4C55-9F51-A60F6AAB392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(12) المزمور المائة والسابع والأربعون</a:t>
            </a:r>
            <a:endParaRPr lang="en-US" altLang="ar-EG" sz="4800"/>
          </a:p>
        </p:txBody>
      </p:sp>
      <p:sp>
        <p:nvSpPr>
          <p:cNvPr id="30723" name="Content Placeholder 2">
            <a:extLst>
              <a:ext uri="{FF2B5EF4-FFF2-40B4-BE49-F238E27FC236}">
                <a16:creationId xmlns:a16="http://schemas.microsoft.com/office/drawing/2014/main" xmlns="" id="{D0529BEC-BEF5-48F1-B1C9-38D3A10B273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سبحي الرب يا أورشليم، سبحي إلهك يا صهيون. لأنه قد قوى مغاليق أبوابك وبارك بنيك فيك. الذي جعل تخومَك في سلام، ويملأك من شحم الحنطة. الذي يرسل كلمته إلى الأرض فيسرع قوله عاجلا جدا. المعطي الثلج كالصوف، المذري الضباب كالرماد، ويلقي الجليد مثل الفتات. قدام وجه برْدِه من يقوم. يرسل كلمته فتذيبه، تهب ريحه فتسيل المياه.</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xmlns="" id="{6A9C12F4-2BC6-46EE-8535-5DE2EEC35FEB}"/>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المخبر كلمته ليعقوب وفرائضه وأحكامه لإسرائيل. لم يصنع هكذا بكل الأمم، وأحكامُه لم يوضحها لهم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1747" name="TextBox 3">
            <a:extLst>
              <a:ext uri="{FF2B5EF4-FFF2-40B4-BE49-F238E27FC236}">
                <a16:creationId xmlns:a16="http://schemas.microsoft.com/office/drawing/2014/main" xmlns="" id="{D08B4B83-1426-4614-8514-DE6C8B7608E3}"/>
              </a:ext>
            </a:extLst>
          </p:cNvPr>
          <p:cNvSpPr txBox="1">
            <a:spLocks noChangeArrowheads="1"/>
          </p:cNvSpPr>
          <p:nvPr/>
        </p:nvSpPr>
        <p:spPr bwMode="auto">
          <a:xfrm>
            <a:off x="76200" y="18938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xmlns="" id="{C0CA6FA5-8ED8-4AA9-8BF1-700C5F7219D5}"/>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النوم</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xmlns="" id="{8055E413-B619-44C2-A97A-457C0788836B}"/>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النوم</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xmlns="" id="{6B918A03-F1D6-4A16-90FE-27A2809594D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r>
              <a:rPr lang="ar-EG" altLang="ar-EG" sz="4800"/>
              <a:t>إنجيل النوم </a:t>
            </a:r>
            <a:r>
              <a:rPr lang="ar-SA" altLang="ar-EG" sz="4800"/>
              <a:t>(إنجيل لوقا</a:t>
            </a:r>
            <a:r>
              <a:rPr lang="ar-EG" altLang="ar-EG" sz="4800"/>
              <a:t> </a:t>
            </a:r>
            <a:r>
              <a:rPr lang="ar-SA" altLang="ar-EG" sz="4800"/>
              <a:t>2: 25-32)</a:t>
            </a:r>
            <a:endParaRPr lang="en-US" altLang="ar-EG" sz="4800"/>
          </a:p>
        </p:txBody>
      </p:sp>
      <p:sp>
        <p:nvSpPr>
          <p:cNvPr id="32771" name="Content Placeholder 2">
            <a:extLst>
              <a:ext uri="{FF2B5EF4-FFF2-40B4-BE49-F238E27FC236}">
                <a16:creationId xmlns:a16="http://schemas.microsoft.com/office/drawing/2014/main" xmlns="" id="{2B835CCA-0381-4FED-A24A-2EFFCC796D6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وإذا إنسان كان بأورشليم اسمه سمعان، وهذا الإنسان كان بارا تقيا متوقعا تعزية إسرائيل، والروح القدس كان عليه. وكان قد أعلم بوحي من الروح القدس أنه لا يرى الموت قبل أن يعاين المسيح الرب. فأقبل بالروح إلى الهيكل. ولما دخل بالطفل يسوع أبواه ليصنعا عنه كما يجب في الناموس، حمله سمعان على ذراعيه وبارك الله قائلا: الآن يا سيدي تطلق عبدك</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xmlns="" id="{030ED747-43D7-4110-8C94-DD85029D5CF0}"/>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بسلام حسب قولك، لأن عيني قد أبصرتا خلاصك الذي أعددته قدام جميع الشعوب. نورا تجلى للأمم، ومجدا لشعبك إسرائيل.</a:t>
            </a:r>
          </a:p>
        </p:txBody>
      </p:sp>
      <p:sp>
        <p:nvSpPr>
          <p:cNvPr id="33795" name="TextBox 3">
            <a:extLst>
              <a:ext uri="{FF2B5EF4-FFF2-40B4-BE49-F238E27FC236}">
                <a16:creationId xmlns:a16="http://schemas.microsoft.com/office/drawing/2014/main" xmlns="" id="{DB09F6B6-7C7D-435A-A042-62DDAFBF08E3}"/>
              </a:ext>
            </a:extLst>
          </p:cNvPr>
          <p:cNvSpPr txBox="1">
            <a:spLocks noChangeArrowheads="1"/>
          </p:cNvSpPr>
          <p:nvPr/>
        </p:nvSpPr>
        <p:spPr bwMode="auto">
          <a:xfrm>
            <a:off x="0" y="2209800"/>
            <a:ext cx="342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xmlns="" id="{EA10D8C6-612F-4CA4-8B34-C0E98282C22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النوم</a:t>
            </a:r>
            <a:endParaRPr lang="en-US" altLang="ar-EG" sz="4800"/>
          </a:p>
        </p:txBody>
      </p:sp>
      <p:sp>
        <p:nvSpPr>
          <p:cNvPr id="34819" name="Content Placeholder 2">
            <a:extLst>
              <a:ext uri="{FF2B5EF4-FFF2-40B4-BE49-F238E27FC236}">
                <a16:creationId xmlns:a16="http://schemas.microsoft.com/office/drawing/2014/main" xmlns="" id="{DB9C2693-7296-4CD7-B49A-CC7F9C422770}"/>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هوذا أنا عتيد أن أقف أمام الديان العادل، مرعوبا ومرتعبا من كثرة ذنوبي، لأن العمر المنقضي في الملاهي يستوجب الدينونة. لكن توبي يا نفسي مادمتِ في الأرض ساكنة، لأن التراب في القبر لا يسبح. وليس في الموتى من يذكر، ولا في الجحيم من يشكر. بل انهضي من رقاد الكسل وتضرعي إلى المخلص بالتوبة قائلة: اللهم ارحمني وخلصني.</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xmlns="" id="{F8507397-E584-4CAB-A636-9128D6E069EC}"/>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لو كان العمر ثابتا وهذا العالم مؤبدا، لكان لك يا نفسي حجة واضحة، لكن إذا انكشفت أفعالك الرديئة وشرورك القبيحة أمام الديان العادل، فأيَّ جواب تجيبين وأنت على سرير الخطايا منطرحة، وفى إخضاع الجسد متهاونة؟ أيها المسيح إلهنا لكرسي حكمك المرهوب أفزع، ولمجلس دينونتك أخشع، ولنور شعاع لاهوتك أجزع، أنا الشقي المتدنس، الراقد على فراشي المتهاون في</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xmlns="" id="{8383520B-288B-426D-BA75-043BEA9BE6A2}"/>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حياتي. لكنى أتخذ صورة العشار قارعا صدري، قائلا: اللهم اغفر لي فإني خاطى.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xmlns="" id="{1B1DE44B-4F6D-4467-921B-D01FDC3F4810}"/>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أيتها العذراء الطاهرة أسبلي ظلك السريع المعونة على عبدك. وأبعدي أمواج الأفكار الرديئة عنى. وأنهضي نفسي المريضة للصلاة والسهر، لأنها استغرقت في سُبات عميق. فإنك أم قادرة رحيمة معينة، والدة ينبوع الحياة، ملكي والهي، يسوع المسيح رجائي.</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xmlns="" id="{65A0C58C-D433-400C-83A7-F4BE72D2030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تفضل يا رب</a:t>
            </a:r>
            <a:endParaRPr lang="en-US" altLang="ar-EG" sz="4800"/>
          </a:p>
        </p:txBody>
      </p:sp>
      <p:sp>
        <p:nvSpPr>
          <p:cNvPr id="38915" name="Content Placeholder 2">
            <a:extLst>
              <a:ext uri="{FF2B5EF4-FFF2-40B4-BE49-F238E27FC236}">
                <a16:creationId xmlns:a16="http://schemas.microsoft.com/office/drawing/2014/main" xmlns="" id="{928C3EE4-F73E-416B-AC3A-49BD7BA1ED6B}"/>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dirty="0">
                <a:cs typeface="Times New Roman" panose="02020603050405020304" pitchFamily="18" charset="0"/>
              </a:rPr>
              <a:t>تفضل يا رب أن تحفظنا في هذا اليوم بغير خطية. مبارك أنت أيها الرب إله آبائنا ومتزايد بركة، واسمك القدوس مملوء مجدا إلى </a:t>
            </a:r>
            <a:r>
              <a:rPr lang="ar-SA" altLang="ar-EG" sz="4800" b="1" dirty="0" err="1">
                <a:cs typeface="Times New Roman" panose="02020603050405020304" pitchFamily="18" charset="0"/>
              </a:rPr>
              <a:t>الأبد.أمين</a:t>
            </a:r>
            <a:r>
              <a:rPr lang="ar-SA" altLang="ar-EG" sz="4800" b="1" dirty="0">
                <a:cs typeface="Times New Roman" panose="02020603050405020304" pitchFamily="18" charset="0"/>
              </a:rPr>
              <a:t>. فلتكن رحمتك علينا يا رب كمثل اتكالنا عليك، لأن أعين الكل تترجاك، لأنك أنت الذي تعطيهم طعامهم في حينه. اسمعنا يا الله مخلصنا يا رجاء أقطار الأرض كلها. وأنت يا رب تحفظنا وتنجينا من هذا الجيل وإلى</a:t>
            </a:r>
            <a:r>
              <a:rPr lang="ar-EG" altLang="ar-EG" sz="4800" b="1" dirty="0">
                <a:cs typeface="Times New Roman" panose="02020603050405020304" pitchFamily="18" charset="0"/>
              </a:rPr>
              <a:t/>
            </a:r>
            <a:br>
              <a:rPr lang="ar-EG" altLang="ar-EG" sz="4800" b="1" dirty="0">
                <a:cs typeface="Times New Roman" panose="02020603050405020304" pitchFamily="18" charset="0"/>
              </a:rPr>
            </a:br>
            <a:endParaRPr lang="ar-SA" altLang="ar-EG" sz="4800" b="1" dirty="0">
              <a:cs typeface="Times New Roman" panose="02020603050405020304"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xmlns="" id="{B87FCA5B-752B-4525-832D-F54F50D4ECDD}"/>
              </a:ext>
            </a:extLst>
          </p:cNvPr>
          <p:cNvSpPr>
            <a:spLocks noGrp="1"/>
          </p:cNvSpPr>
          <p:nvPr>
            <p:ph idx="4294967295"/>
          </p:nvPr>
        </p:nvSpPr>
        <p:spPr bwMode="auto">
          <a:xfrm>
            <a:off x="0" y="0"/>
            <a:ext cx="9144000" cy="747897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EG" altLang="ar-EG" sz="4800" b="1" dirty="0" smtClean="0">
                <a:cs typeface="Times New Roman" panose="02020603050405020304" pitchFamily="18" charset="0"/>
              </a:rPr>
              <a:t>الأبد آمين. مبارك انت </a:t>
            </a:r>
            <a:r>
              <a:rPr lang="ar-EG" altLang="ar-EG" sz="4800" b="1" dirty="0" err="1" smtClean="0">
                <a:cs typeface="Times New Roman" panose="02020603050405020304" pitchFamily="18" charset="0"/>
              </a:rPr>
              <a:t>يارب</a:t>
            </a:r>
            <a:r>
              <a:rPr lang="ar-EG" altLang="ar-EG" sz="4800" b="1" dirty="0" smtClean="0">
                <a:cs typeface="Times New Roman" panose="02020603050405020304" pitchFamily="18" charset="0"/>
              </a:rPr>
              <a:t>، علمني عدلك. </a:t>
            </a:r>
            <a:r>
              <a:rPr lang="ar-SA" altLang="ar-EG" sz="4800" b="1" dirty="0" smtClean="0">
                <a:cs typeface="Times New Roman" panose="02020603050405020304" pitchFamily="18" charset="0"/>
              </a:rPr>
              <a:t>مبارك </a:t>
            </a:r>
            <a:r>
              <a:rPr lang="ar-SA" altLang="ar-EG" sz="4800" b="1" dirty="0">
                <a:cs typeface="Times New Roman" panose="02020603050405020304" pitchFamily="18" charset="0"/>
              </a:rPr>
              <a:t>أنت يا رب، فهمني حقوقك. مبارك أنت يا رب، أنر لي برك. يا رب رحمتك دائمة إلى الأبد. أعمال يديك يا رب لا ترفضها، لأنك صرت لي ملجأ من جيل إلى جيل. أنا طلبت الرب وقلت: ارحمني وخلص نفسي، فإني أخطأت إليك. يا رب التجأت إليك فخلصني، وعلمني أن أصنع مشيئتك. لأنك أنت هو إلهي، وعندك ينبوع الحياة، وبنورك يا رب </a:t>
            </a:r>
            <a:r>
              <a:rPr lang="ar-SA" altLang="ar-EG" sz="4800" b="1" dirty="0" smtClean="0">
                <a:cs typeface="Times New Roman" panose="02020603050405020304" pitchFamily="18" charset="0"/>
              </a:rPr>
              <a:t>نعاين</a:t>
            </a:r>
            <a:r>
              <a:rPr lang="ar-EG" altLang="ar-EG" sz="4800" b="1" dirty="0">
                <a:cs typeface="Times New Roman" panose="02020603050405020304" pitchFamily="18" charset="0"/>
              </a:rPr>
              <a:t/>
            </a:r>
            <a:br>
              <a:rPr lang="ar-EG" altLang="ar-EG" sz="4800" b="1" dirty="0">
                <a:cs typeface="Times New Roman" panose="02020603050405020304" pitchFamily="18" charset="0"/>
              </a:rPr>
            </a:br>
            <a:endParaRPr lang="ar-SA" altLang="ar-EG" sz="4800" b="1" dirty="0">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xmlns="" id="{02293248-97E5-4085-ABE6-E71453130029}"/>
              </a:ext>
            </a:extLst>
          </p:cNvPr>
          <p:cNvSpPr>
            <a:spLocks noGrp="1"/>
          </p:cNvSpPr>
          <p:nvPr>
            <p:ph idx="4294967295"/>
          </p:nvPr>
        </p:nvSpPr>
        <p:spPr bwMode="auto">
          <a:xfrm>
            <a:off x="0" y="0"/>
            <a:ext cx="9144000" cy="526297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dirty="0">
                <a:cs typeface="Times New Roman" panose="02020603050405020304" pitchFamily="18" charset="0"/>
              </a:rPr>
              <a:t>النور. فلتأت رحمتك للذين يعرفونك، </a:t>
            </a:r>
            <a:r>
              <a:rPr lang="ar-SA" altLang="ar-EG" sz="4800" b="1" dirty="0" smtClean="0">
                <a:cs typeface="Times New Roman" panose="02020603050405020304" pitchFamily="18" charset="0"/>
              </a:rPr>
              <a:t>وبرك</a:t>
            </a:r>
            <a:r>
              <a:rPr lang="ar-EG" altLang="ar-EG" sz="4800" b="1" dirty="0" smtClean="0">
                <a:cs typeface="Times New Roman" panose="02020603050405020304" pitchFamily="18" charset="0"/>
              </a:rPr>
              <a:t> </a:t>
            </a:r>
            <a:r>
              <a:rPr lang="ar-SA" altLang="ar-EG" sz="4800" b="1" dirty="0" err="1" smtClean="0">
                <a:cs typeface="Times New Roman" panose="02020603050405020304" pitchFamily="18" charset="0"/>
              </a:rPr>
              <a:t>للمستقيمي</a:t>
            </a:r>
            <a:r>
              <a:rPr lang="ar-SA" altLang="ar-EG" sz="4800" b="1" dirty="0" smtClean="0">
                <a:cs typeface="Times New Roman" panose="02020603050405020304" pitchFamily="18" charset="0"/>
              </a:rPr>
              <a:t> </a:t>
            </a:r>
            <a:r>
              <a:rPr lang="ar-SA" altLang="ar-EG" sz="4800" b="1" dirty="0">
                <a:cs typeface="Times New Roman" panose="02020603050405020304" pitchFamily="18" charset="0"/>
              </a:rPr>
              <a:t>القلوب. لك تجب البركة. لك يحق التسبيح. لك ينبغي التمجيد، أيها الآب والابن والروح القدس، الكائن منذ البدء والآن وإلى </a:t>
            </a:r>
            <a:r>
              <a:rPr lang="ar-SA" altLang="ar-EG" sz="4800" b="1" dirty="0" err="1">
                <a:cs typeface="Times New Roman" panose="02020603050405020304" pitchFamily="18" charset="0"/>
              </a:rPr>
              <a:t>الأبد.آمين</a:t>
            </a:r>
            <a:r>
              <a:rPr lang="ar-SA" altLang="ar-EG" sz="4800" b="1" dirty="0">
                <a:cs typeface="Times New Roman" panose="02020603050405020304" pitchFamily="18" charset="0"/>
              </a:rPr>
              <a:t>. جيد هو الاعتراف للرب، والترتيل لاسمك أيها العلي. أن يخبر برحمتك في الغدوات، وحقك في كل ليلة.</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xmlns="" id="{EBE7BFAD-8DBF-43A2-8D74-0C8FAEBD4A5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الثلاث تقديسات</a:t>
            </a:r>
            <a:endParaRPr lang="en-US" altLang="ar-EG" sz="4800"/>
          </a:p>
        </p:txBody>
      </p:sp>
      <p:sp>
        <p:nvSpPr>
          <p:cNvPr id="41987" name="Content Placeholder 2">
            <a:extLst>
              <a:ext uri="{FF2B5EF4-FFF2-40B4-BE49-F238E27FC236}">
                <a16:creationId xmlns:a16="http://schemas.microsoft.com/office/drawing/2014/main" xmlns="" id="{FBFA6B46-A6F3-46D1-A81E-623B3890A53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الله، قدوس القوى، قدوس الحي الذي لا يموت، الذي ولد من العذراء، ارحمنا. قدوس الله، قدوس القوى، قدوس الحي الذي لا يموت، الذي صلب عنا، ارحمنا. قدوس الله، قدوس القوى، قدوس الحي الذي لا يموت، الذي قام من الأموات وصعد إلى السموات، ارحمنا. المجد للآب والابن والروح القدس، الآن وكل أوان وإلى دهر الدهور. أمين. أيها الثالوث</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xmlns="" id="{8905EADA-0AF4-4805-99A2-3E7847EA4D02}"/>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القدوس ارحمنا. أيها الثالوث القدوس ارحمنا. أيها الثالوث القدوس ارحمنا.</a:t>
            </a:r>
            <a:endParaRPr lang="ar-EG" altLang="ar-EG" sz="4800" b="1">
              <a:cs typeface="Times New Roman" panose="02020603050405020304" pitchFamily="18" charset="0"/>
            </a:endParaRPr>
          </a:p>
          <a:p>
            <a:pPr marL="0" indent="0" algn="justLow" eaLnBrk="1" hangingPunct="1">
              <a:buFontTx/>
              <a:buNone/>
            </a:pPr>
            <a:r>
              <a:rPr lang="ar-SA" altLang="ar-EG" sz="4800" b="1">
                <a:cs typeface="Times New Roman" panose="02020603050405020304" pitchFamily="18" charset="0"/>
              </a:rPr>
              <a:t> يا رب اغفر لنا خطايانا. يا رب اغفر لنا آثامنا. يا رب اغفر لنا زلاتنا. يا رب افتقد مرضى شعبك، اشفهم من أجل اسمك القدوس. آباؤنا وإخوتنا الذين رقدوا، يا رب نيح نفوسهم. يا من هو بلا خطية، يا رب ارحمنا. يا من بلا خطية، يا رب أعنا، واقبل طلباتنا إليك. لأن لك المجد والعزة والتقديس المثلث. يا رب ارحم. يا</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xmlns="" id="{DE5D9043-6AF3-407E-B1B5-2AB325738934}"/>
              </a:ext>
            </a:extLst>
          </p:cNvPr>
          <p:cNvSpPr>
            <a:spLocks noGrp="1"/>
          </p:cNvSpPr>
          <p:nvPr>
            <p:ph idx="4294967295"/>
          </p:nvPr>
        </p:nvSpPr>
        <p:spPr bwMode="auto">
          <a:xfrm>
            <a:off x="0" y="0"/>
            <a:ext cx="9144000" cy="24558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رب ارحم يا رب بارك. أمين.</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xmlns="" id="{7F81CB58-C70C-4C24-9E6C-2F0299493BB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السلام لك</a:t>
            </a:r>
            <a:endParaRPr lang="en-US" altLang="ar-EG" sz="4800"/>
          </a:p>
        </p:txBody>
      </p:sp>
      <p:sp>
        <p:nvSpPr>
          <p:cNvPr id="45059" name="Content Placeholder 2">
            <a:extLst>
              <a:ext uri="{FF2B5EF4-FFF2-40B4-BE49-F238E27FC236}">
                <a16:creationId xmlns:a16="http://schemas.microsoft.com/office/drawing/2014/main" xmlns="" id="{1516B560-DD5E-4CFE-94B9-1F9A67CF4A7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السلام لك. نسألك أيتها القديسة الممتلئة مجدا العذراء كل حين، والدة الإله أم المسيح، أصعدي صلواتنا إلى ابنك الحبيب ليغفر لنا خطايانا. السلام للتي ولدت لنا النور الحقيقي المسيح إلهنا، العذراء القديسة، اسألي الرب عنا، ليصنع رحمة مع نفوسنا، ويغفر لنا خطايانا. أيتها العذراء مريم والدة الإله، القديسة الشفيعة الأمينة لجنس البشرية،</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xmlns="" id="{1C3F3555-F077-4B40-9CEA-043D68A5E847}"/>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 اشفعي فينا أمام المسيح الذي ولدته لكي ينعم علينا بغفران خطايانا. </a:t>
            </a:r>
          </a:p>
          <a:p>
            <a:pPr marL="0" indent="0" algn="justLow" eaLnBrk="1" hangingPunct="1">
              <a:spcBef>
                <a:spcPct val="0"/>
              </a:spcBef>
              <a:buFontTx/>
              <a:buNone/>
            </a:pPr>
            <a:r>
              <a:rPr lang="ar-SA" altLang="ar-EG" sz="4800" b="1">
                <a:cs typeface="Times New Roman" panose="02020603050405020304" pitchFamily="18" charset="0"/>
              </a:rPr>
              <a:t>السلام لك أيتها العذراء الملكة الحقيقية، السلام لفخر جنسنا، ولدت لنا عمانوئيل. نسألك: اذكرينا، أيتها الشفيعة المؤتمنة، أمام ربنا يسوع المسيح، ليغفر لنا خطايانا.</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xmlns="" id="{CA8BD8E7-D203-4DC2-B895-6866E9A9BC6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بدء قانون الإيمان</a:t>
            </a:r>
            <a:endParaRPr lang="en-US" altLang="ar-EG" sz="4800"/>
          </a:p>
        </p:txBody>
      </p:sp>
      <p:sp>
        <p:nvSpPr>
          <p:cNvPr id="47107" name="Content Placeholder 2">
            <a:extLst>
              <a:ext uri="{FF2B5EF4-FFF2-40B4-BE49-F238E27FC236}">
                <a16:creationId xmlns:a16="http://schemas.microsoft.com/office/drawing/2014/main" xmlns="" id="{6B1E4B54-0DD1-40C4-A29D-DC7C19E3275D}"/>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نعظمك يا أم النور الحقيقي، ونمجدك أيتها العذراء القديسة، والدة الإله، لأنك ولدت لنا مخلص العالم، أتى وخلص نفوسنا. المجد لكَ يا سيدنا وملكنا المسيح، فخر الرسل، إكليل الشهداء تهليل الصديقين، ثبات الكنائس، غفران الخطايا. نبشر بالثالوث القدوس، لاهوت واحد، نسجد له ونمجده. يا رب ارحم. يا رب ارحم. يا رب بارك. أمين.</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xmlns="" id="{8DA2C575-CF5A-4E27-80D7-0F22D68B359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الأمانة الأرثوذكسية (قانون الايمان)</a:t>
            </a:r>
            <a:endParaRPr lang="en-US" altLang="ar-EG" sz="4800"/>
          </a:p>
        </p:txBody>
      </p:sp>
      <p:sp>
        <p:nvSpPr>
          <p:cNvPr id="48131" name="Content Placeholder 2">
            <a:extLst>
              <a:ext uri="{FF2B5EF4-FFF2-40B4-BE49-F238E27FC236}">
                <a16:creationId xmlns:a16="http://schemas.microsoft.com/office/drawing/2014/main" xmlns="" id="{624019A2-4C16-4563-B894-6321A9F9D70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EG" altLang="ar-EG" sz="4800" b="1">
                <a:cs typeface="Times New Roman" panose="02020603050405020304" pitchFamily="18" charset="0"/>
              </a:rPr>
              <a:t>(</a:t>
            </a:r>
            <a:r>
              <a:rPr lang="ar-SA" altLang="ar-EG" sz="4800" b="1">
                <a:cs typeface="Times New Roman" panose="02020603050405020304" pitchFamily="18" charset="0"/>
              </a:rPr>
              <a:t>بالحقيقة</a:t>
            </a:r>
            <a:r>
              <a:rPr lang="ar-EG" altLang="ar-EG" sz="4800" b="1">
                <a:cs typeface="Times New Roman" panose="02020603050405020304" pitchFamily="18" charset="0"/>
              </a:rPr>
              <a:t>)</a:t>
            </a:r>
            <a:r>
              <a:rPr lang="ar-SA" altLang="ar-EG" sz="4800" b="1">
                <a:cs typeface="Times New Roman" panose="02020603050405020304" pitchFamily="18" charset="0"/>
              </a:rPr>
              <a:t> نؤمن بإله واحد، الله الآب، ضابط الكل، خالق السماء والأرض، ما يُرَى وما لا يرى. نؤمن برب واحد يسوع المسيح، ابن الله الوحيد، المولود من الآب قبل كل الدهور، نور من نور، إله حق من إله حق، مولود غير مخلوق، مساو للآب في الجوهر، الذي به كان كل شئ. هذا الذي من أجلنا نحن البشر، ومن أجل خلاصنا، نزل من السماء، وتجسد من</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xmlns="" id="{B74FC504-816A-48B9-B89E-2CDDDDB54FD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الروح القدس ومن مريم العذراء، وتأنس. وصلب عنا على عهد بيلاطس البنطي. وتألم وقبر وقام من بين الأموات في اليوم الثالث كما في الكتب، وصعد إلى السموات، وجلس عن يمين  أبيه، وأيضا يأتي في مجده ليدين الأحياء والأموات، الذي ليس لملكه انقضاء. نعم نؤمن بالروح القدس، الرب المحيى المنبثق من الآب. نسجد له ونمجده مع الآب والابن، الناطق في الأنبياء. وبكنيسة واحدة مقدسة جامعة</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xmlns="" id="{B2DF96F1-9C61-4A08-A21F-77E68D3D73A6}"/>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رسولية. ونعترف بمعمودية واحدة لمغفرة الخطايا. وننتظر قيامة الأموات وحياة الدهر الآتي. أمين.</a:t>
            </a:r>
          </a:p>
        </p:txBody>
      </p:sp>
      <p:sp>
        <p:nvSpPr>
          <p:cNvPr id="50179" name="Rectangle 2">
            <a:extLst>
              <a:ext uri="{FF2B5EF4-FFF2-40B4-BE49-F238E27FC236}">
                <a16:creationId xmlns:a16="http://schemas.microsoft.com/office/drawing/2014/main" xmlns="" id="{7D94B523-AA90-4735-91F3-39B55A970495}"/>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xmlns="" id="{6A13B7D1-7286-40EA-9C4C-ABF431B81B7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51203" name="Content Placeholder 2">
            <a:extLst>
              <a:ext uri="{FF2B5EF4-FFF2-40B4-BE49-F238E27FC236}">
                <a16:creationId xmlns:a16="http://schemas.microsoft.com/office/drawing/2014/main" xmlns="" id="{D26523A2-5A25-40AF-B44E-2EAFDBA87EF2}"/>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xmlns="" id="{6255685C-C94C-450C-B7B2-B9A68E4B4027}"/>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xmlns="" id="{679709CA-8278-4A71-A0FE-11511E5207D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النوم</a:t>
            </a:r>
            <a:endParaRPr lang="en-US" altLang="ar-EG" sz="4800"/>
          </a:p>
        </p:txBody>
      </p:sp>
      <p:sp>
        <p:nvSpPr>
          <p:cNvPr id="53251" name="Content Placeholder 2">
            <a:extLst>
              <a:ext uri="{FF2B5EF4-FFF2-40B4-BE49-F238E27FC236}">
                <a16:creationId xmlns:a16="http://schemas.microsoft.com/office/drawing/2014/main" xmlns="" id="{E8261E3F-BC8F-4E36-8DE4-4043B7CF4C48}"/>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جميع ما أخطأنا به إليك في هذا اليوم، إن كان بالفعل أو بالقول أو بالفكر أو بجميع الحواس، فاصفح واغفر لنا من أجل اسمك القدوس، كصالح ومحب للبشر. وأنعم علينا اللهم بليلة سالمة، وبهذا النوم طاهر</a:t>
            </a:r>
            <a:r>
              <a:rPr lang="ar-EG" altLang="ar-EG" sz="4800" b="1">
                <a:cs typeface="Times New Roman" panose="02020603050405020304" pitchFamily="18" charset="0"/>
              </a:rPr>
              <a:t>ً</a:t>
            </a:r>
            <a:r>
              <a:rPr lang="ar-SA" altLang="ar-EG" sz="4800" b="1">
                <a:cs typeface="Times New Roman" panose="02020603050405020304" pitchFamily="18" charset="0"/>
              </a:rPr>
              <a:t>ا من كل قلق. وأرسل لنا ملاك السلامة ليحرسنا من كل شر، ومن كل ضربة، ومن كل تجربة العدو. بالنعمة والرأفات ومحبة البشر اللواتي لابنك</a:t>
            </a:r>
            <a:r>
              <a:rPr lang="en-US" altLang="ar-EG" sz="4800" b="1">
                <a:cs typeface="Times New Roman" panose="02020603050405020304" pitchFamily="18" charset="0"/>
              </a:rPr>
              <a:t/>
            </a:r>
            <a:br>
              <a:rPr lang="en-US"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xmlns="" id="{383C2735-3D39-4E4C-A73E-FA441A3363D1}"/>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الوحيد ربنا وإلهنا ومخلصنا يسوع المسيح.</a:t>
            </a:r>
            <a:r>
              <a:rPr lang="ar-EG" altLang="ar-EG" sz="4800" b="1">
                <a:cs typeface="Times New Roman" panose="02020603050405020304" pitchFamily="18" charset="0"/>
              </a:rPr>
              <a:t> </a:t>
            </a:r>
            <a:r>
              <a:rPr lang="ar-SA" altLang="ar-EG" sz="4800" b="1">
                <a:cs typeface="Times New Roman" panose="02020603050405020304" pitchFamily="18" charset="0"/>
              </a:rPr>
              <a:t>هذا الذي من قبله يليق بك معه المجد والإكرام والعزة. مع الروح القدس المحيي المساوي لك، الآن وكل أوان وإلى دهر الدهور. آمين.</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xmlns="" id="{BDDA8D63-6BE2-47BB-A565-FF2D0FEC6482}"/>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55299" name="Content Placeholder 2">
            <a:extLst>
              <a:ext uri="{FF2B5EF4-FFF2-40B4-BE49-F238E27FC236}">
                <a16:creationId xmlns:a16="http://schemas.microsoft.com/office/drawing/2014/main" xmlns="" id="{E474430E-30D6-4F19-83DF-E412CE6CD15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r>
              <a:rPr lang="ar-EG" altLang="ar-EG" sz="4800" b="1">
                <a:cs typeface="Times New Roman" panose="02020603050405020304" pitchFamily="18" charset="0"/>
              </a:rPr>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xmlns="" id="{9328B35B-F9B1-4971-962A-DE597090EF43}"/>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F196962C-FF6C-4744-A1E7-FC5C8C9B147C}"/>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57347" name="Title 1">
            <a:extLst>
              <a:ext uri="{FF2B5EF4-FFF2-40B4-BE49-F238E27FC236}">
                <a16:creationId xmlns:a16="http://schemas.microsoft.com/office/drawing/2014/main" xmlns="" id="{286C7871-0078-417E-9DE2-E5EF2C9B8693}"/>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3090</TotalTime>
  <Words>3360</Words>
  <Application>Microsoft Office PowerPoint</Application>
  <PresentationFormat>On-screen Show (4:3)</PresentationFormat>
  <Paragraphs>136</Paragraphs>
  <Slides>55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55</vt:i4>
      </vt:variant>
      <vt:variant>
        <vt:lpstr>Custom Shows</vt:lpstr>
      </vt:variant>
      <vt:variant>
        <vt:i4>1</vt:i4>
      </vt:variant>
    </vt:vector>
  </HeadingPairs>
  <TitlesOfParts>
    <vt:vector size="62" baseType="lpstr">
      <vt:lpstr>Abraam</vt:lpstr>
      <vt:lpstr>Arial</vt:lpstr>
      <vt:lpstr>Calibri</vt:lpstr>
      <vt:lpstr>PT Bold Heading</vt:lpstr>
      <vt:lpstr>Times New Roman</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النوم</vt:lpstr>
      <vt:lpstr> (1) المزمور المائة والتاسع والعشرون</vt:lpstr>
      <vt:lpstr>PowerPoint Presentation</vt:lpstr>
      <vt:lpstr>(2) المزمور المائة والثلاثون</vt:lpstr>
      <vt:lpstr>(3) المزمور المائة والحادي والثلاثون</vt:lpstr>
      <vt:lpstr>PowerPoint Presentation</vt:lpstr>
      <vt:lpstr>PowerPoint Presentation</vt:lpstr>
      <vt:lpstr>(4) المزمور المائة والثاني والثلاثون</vt:lpstr>
      <vt:lpstr>(5) المزمور المائة والثالث والثلاثون</vt:lpstr>
      <vt:lpstr>(6) المزمور المائة والسادس والثلاثون</vt:lpstr>
      <vt:lpstr>PowerPoint Presentation</vt:lpstr>
      <vt:lpstr>(7) المزمور المائة والسابع والثلاثون</vt:lpstr>
      <vt:lpstr>PowerPoint Presentation</vt:lpstr>
      <vt:lpstr>(8) المزمور المائة والأربعون</vt:lpstr>
      <vt:lpstr>PowerPoint Presentation</vt:lpstr>
      <vt:lpstr>(9) المزمور المائة والحادي والأربعون</vt:lpstr>
      <vt:lpstr>PowerPoint Presentation</vt:lpstr>
      <vt:lpstr>(10) المزمور المائة والخامس والأربعون</vt:lpstr>
      <vt:lpstr>PowerPoint Presentation</vt:lpstr>
      <vt:lpstr>(11) المزمور المائة والسادس والأربعون</vt:lpstr>
      <vt:lpstr>PowerPoint Presentation</vt:lpstr>
      <vt:lpstr> (12) المزمور المائة والسابع والأربعون</vt:lpstr>
      <vt:lpstr>PowerPoint Presentation</vt:lpstr>
      <vt:lpstr>إنجيل النوم (إنجيل لوقا 2: 25-32)</vt:lpstr>
      <vt:lpstr>PowerPoint Presentation</vt:lpstr>
      <vt:lpstr>قطع النوم</vt:lpstr>
      <vt:lpstr>PowerPoint Presentation</vt:lpstr>
      <vt:lpstr>PowerPoint Presentation</vt:lpstr>
      <vt:lpstr>PowerPoint Presentation</vt:lpstr>
      <vt:lpstr>تفضل يا رب</vt:lpstr>
      <vt:lpstr>PowerPoint Presentation</vt:lpstr>
      <vt:lpstr>PowerPoint Presentation</vt:lpstr>
      <vt:lpstr>الثلاث تقديسات</vt:lpstr>
      <vt:lpstr>PowerPoint Presentation</vt:lpstr>
      <vt:lpstr>PowerPoint Presentation</vt:lpstr>
      <vt:lpstr>السلام لك</vt:lpstr>
      <vt:lpstr>PowerPoint Presentation</vt:lpstr>
      <vt:lpstr>بدء قانون الإيمان</vt:lpstr>
      <vt:lpstr>الأمانة الأرثوذكسية (قانون الايمان)</vt:lpstr>
      <vt:lpstr>PowerPoint Presentation</vt:lpstr>
      <vt:lpstr>PowerPoint Presentation</vt:lpstr>
      <vt:lpstr>قدوس قدوس قدوس</vt:lpstr>
      <vt:lpstr>PowerPoint Presentation</vt:lpstr>
      <vt:lpstr>تحليل النوم</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maged abadir</cp:lastModifiedBy>
  <cp:revision>168</cp:revision>
  <dcterms:created xsi:type="dcterms:W3CDTF">2012-11-09T14:14:43Z</dcterms:created>
  <dcterms:modified xsi:type="dcterms:W3CDTF">2019-12-08T14:59:06Z</dcterms:modified>
</cp:coreProperties>
</file>