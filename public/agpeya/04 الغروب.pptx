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719" r:id="rId2"/>
    <p:sldId id="720" r:id="rId3"/>
    <p:sldId id="722" r:id="rId4"/>
    <p:sldId id="723" r:id="rId5"/>
    <p:sldId id="721" r:id="rId6"/>
    <p:sldId id="724" r:id="rId7"/>
    <p:sldId id="725" r:id="rId8"/>
    <p:sldId id="413" r:id="rId9"/>
    <p:sldId id="727" r:id="rId10"/>
    <p:sldId id="728" r:id="rId11"/>
    <p:sldId id="729" r:id="rId12"/>
    <p:sldId id="730" r:id="rId13"/>
    <p:sldId id="731" r:id="rId14"/>
    <p:sldId id="732" r:id="rId15"/>
    <p:sldId id="733" r:id="rId16"/>
    <p:sldId id="734" r:id="rId17"/>
    <p:sldId id="735" r:id="rId18"/>
    <p:sldId id="736" r:id="rId19"/>
    <p:sldId id="737" r:id="rId20"/>
    <p:sldId id="738" r:id="rId21"/>
    <p:sldId id="739" r:id="rId22"/>
    <p:sldId id="740" r:id="rId23"/>
    <p:sldId id="741" r:id="rId24"/>
    <p:sldId id="742" r:id="rId25"/>
    <p:sldId id="743" r:id="rId26"/>
    <p:sldId id="744" r:id="rId27"/>
    <p:sldId id="745" r:id="rId28"/>
    <p:sldId id="746" r:id="rId29"/>
    <p:sldId id="747" r:id="rId30"/>
    <p:sldId id="748" r:id="rId31"/>
    <p:sldId id="749" r:id="rId32"/>
    <p:sldId id="750" r:id="rId33"/>
    <p:sldId id="751" r:id="rId34"/>
    <p:sldId id="752" r:id="rId35"/>
    <p:sldId id="753" r:id="rId36"/>
    <p:sldId id="754" r:id="rId37"/>
    <p:sldId id="755" r:id="rId38"/>
    <p:sldId id="623" r:id="rId39"/>
    <p:sldId id="536" r:id="rId40"/>
    <p:sldId id="693" r:id="rId41"/>
    <p:sldId id="694" r:id="rId42"/>
    <p:sldId id="715" r:id="rId43"/>
    <p:sldId id="716" r:id="rId44"/>
    <p:sldId id="726" r:id="rId45"/>
  </p:sldIdLst>
  <p:sldSz cx="9144000" cy="6858000" type="screen4x3"/>
  <p:notesSz cx="6858000" cy="9144000"/>
  <p:custShowLst>
    <p:custShow name="Custom Show 1" id="0">
      <p:sldLst/>
    </p:custShow>
  </p:custShowLst>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43" autoAdjust="0"/>
    <p:restoredTop sz="95852" autoAdjust="0"/>
  </p:normalViewPr>
  <p:slideViewPr>
    <p:cSldViewPr>
      <p:cViewPr varScale="1">
        <p:scale>
          <a:sx n="78" d="100"/>
          <a:sy n="78" d="100"/>
        </p:scale>
        <p:origin x="1435" y="91"/>
      </p:cViewPr>
      <p:guideLst>
        <p:guide orient="horz" pos="2160"/>
        <p:guide pos="2880"/>
      </p:guideLst>
    </p:cSldViewPr>
  </p:slideViewPr>
  <p:outlineViewPr>
    <p:cViewPr>
      <p:scale>
        <a:sx n="33" d="100"/>
        <a:sy n="33" d="100"/>
      </p:scale>
      <p:origin x="0" y="-20731"/>
    </p:cViewPr>
  </p:outlineViewPr>
  <p:notesTextViewPr>
    <p:cViewPr>
      <p:scale>
        <a:sx n="1" d="1"/>
        <a:sy n="1" d="1"/>
      </p:scale>
      <p:origin x="0" y="0"/>
    </p:cViewPr>
  </p:notesTextViewPr>
  <p:sorterViewPr>
    <p:cViewPr varScale="1">
      <p:scale>
        <a:sx n="100" d="100"/>
        <a:sy n="100" d="100"/>
      </p:scale>
      <p:origin x="0" y="-40747"/>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FEFE62-6DE8-442F-88ED-E4F70140C96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855F615E-38AD-46C8-AFE5-E5478D6CFEA0}"/>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B25B3B9D-BF58-42F8-BCC8-C3E68EF1976D}" type="datetimeFigureOut">
              <a:rPr lang="en-US"/>
              <a:pPr>
                <a:defRPr/>
              </a:pPr>
              <a:t>12-Aug-19</a:t>
            </a:fld>
            <a:endParaRPr lang="en-US"/>
          </a:p>
        </p:txBody>
      </p:sp>
      <p:sp>
        <p:nvSpPr>
          <p:cNvPr id="4" name="Slide Image Placeholder 3">
            <a:extLst>
              <a:ext uri="{FF2B5EF4-FFF2-40B4-BE49-F238E27FC236}">
                <a16:creationId xmlns:a16="http://schemas.microsoft.com/office/drawing/2014/main" id="{7A247834-9F2F-42F2-B596-3BCEA8A054CF}"/>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464F70DB-C169-4278-A58A-47A4B01E83C4}"/>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7169BE2D-6511-4A14-9088-BF8778705674}"/>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9A31C15F-5D35-4CC7-9B4B-41461460A765}"/>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DC6B20A9-7AA5-4A8F-8357-3BDF0727ACCA}"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764704"/>
          </a:xfrm>
          <a:prstGeom prst="rect">
            <a:avLst/>
          </a:prstGeom>
        </p:spPr>
        <p:txBody>
          <a:bodyPr/>
          <a:lstStyle>
            <a:lvl1pPr>
              <a:defRPr sz="4400" b="1" u="sng">
                <a:solidFill>
                  <a:srgbClr val="FFC000"/>
                </a:solidFill>
                <a:latin typeface="Times New Roman" pitchFamily="18" charset="0"/>
                <a:cs typeface="Times New Roman"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2793965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6777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39552" y="2708920"/>
            <a:ext cx="8229600" cy="764704"/>
          </a:xfrm>
          <a:prstGeom prst="rect">
            <a:avLst/>
          </a:prstGeom>
        </p:spPr>
        <p:txBody>
          <a:bodyPr/>
          <a:lstStyle>
            <a:lvl1pPr>
              <a:defRPr sz="4400" b="1" u="sng">
                <a:solidFill>
                  <a:srgbClr val="FFC000"/>
                </a:solidFill>
                <a:latin typeface="Times New Roman" pitchFamily="18" charset="0"/>
                <a:cs typeface="Times New Roman" pitchFamily="18" charset="0"/>
              </a:defRPr>
            </a:lvl1pPr>
          </a:lstStyle>
          <a:p>
            <a:r>
              <a:rPr lang="en-US"/>
              <a:t>Click to edit Master title style</a:t>
            </a:r>
            <a:endParaRPr lang="en-US" dirty="0"/>
          </a:p>
        </p:txBody>
      </p:sp>
    </p:spTree>
    <p:extLst>
      <p:ext uri="{BB962C8B-B14F-4D97-AF65-F5344CB8AC3E}">
        <p14:creationId xmlns:p14="http://schemas.microsoft.com/office/powerpoint/2010/main" val="413400725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ctr" rtl="1" eaLnBrk="0" fontAlgn="base" hangingPunct="0">
        <a:spcBef>
          <a:spcPct val="0"/>
        </a:spcBef>
        <a:spcAft>
          <a:spcPct val="0"/>
        </a:spcAft>
        <a:defRPr sz="3600">
          <a:solidFill>
            <a:schemeClr val="bg1"/>
          </a:solidFill>
          <a:latin typeface="+mj-lt"/>
          <a:ea typeface="+mj-ea"/>
          <a:cs typeface="+mj-cs"/>
        </a:defRPr>
      </a:lvl1pPr>
      <a:lvl2pPr algn="ctr" rtl="1" eaLnBrk="0" fontAlgn="base" hangingPunct="0">
        <a:spcBef>
          <a:spcPct val="0"/>
        </a:spcBef>
        <a:spcAft>
          <a:spcPct val="0"/>
        </a:spcAft>
        <a:defRPr sz="3600">
          <a:solidFill>
            <a:schemeClr val="bg1"/>
          </a:solidFill>
          <a:latin typeface="Calibri" pitchFamily="34" charset="0"/>
          <a:cs typeface="Times New Roman" pitchFamily="18" charset="0"/>
        </a:defRPr>
      </a:lvl2pPr>
      <a:lvl3pPr algn="ctr" rtl="1" eaLnBrk="0" fontAlgn="base" hangingPunct="0">
        <a:spcBef>
          <a:spcPct val="0"/>
        </a:spcBef>
        <a:spcAft>
          <a:spcPct val="0"/>
        </a:spcAft>
        <a:defRPr sz="3600">
          <a:solidFill>
            <a:schemeClr val="bg1"/>
          </a:solidFill>
          <a:latin typeface="Calibri" pitchFamily="34" charset="0"/>
          <a:cs typeface="Times New Roman" pitchFamily="18" charset="0"/>
        </a:defRPr>
      </a:lvl3pPr>
      <a:lvl4pPr algn="ctr" rtl="1" eaLnBrk="0" fontAlgn="base" hangingPunct="0">
        <a:spcBef>
          <a:spcPct val="0"/>
        </a:spcBef>
        <a:spcAft>
          <a:spcPct val="0"/>
        </a:spcAft>
        <a:defRPr sz="3600">
          <a:solidFill>
            <a:schemeClr val="bg1"/>
          </a:solidFill>
          <a:latin typeface="Calibri" pitchFamily="34" charset="0"/>
          <a:cs typeface="Times New Roman" pitchFamily="18" charset="0"/>
        </a:defRPr>
      </a:lvl4pPr>
      <a:lvl5pPr algn="ctr" rtl="1" eaLnBrk="0" fontAlgn="base" hangingPunct="0">
        <a:spcBef>
          <a:spcPct val="0"/>
        </a:spcBef>
        <a:spcAft>
          <a:spcPct val="0"/>
        </a:spcAft>
        <a:defRPr sz="3600">
          <a:solidFill>
            <a:schemeClr val="bg1"/>
          </a:solidFill>
          <a:latin typeface="Calibri" pitchFamily="34" charset="0"/>
          <a:cs typeface="Times New Roman" pitchFamily="18" charset="0"/>
        </a:defRPr>
      </a:lvl5pPr>
      <a:lvl6pPr marL="457200" algn="ctr" rtl="1" eaLnBrk="1" fontAlgn="base" hangingPunct="1">
        <a:spcBef>
          <a:spcPct val="0"/>
        </a:spcBef>
        <a:spcAft>
          <a:spcPct val="0"/>
        </a:spcAft>
        <a:defRPr sz="3600">
          <a:solidFill>
            <a:schemeClr val="bg1"/>
          </a:solidFill>
          <a:latin typeface="Arial" charset="0"/>
          <a:cs typeface="PT Bold Heading" pitchFamily="2" charset="-78"/>
        </a:defRPr>
      </a:lvl6pPr>
      <a:lvl7pPr marL="914400" algn="ctr" rtl="1" eaLnBrk="1" fontAlgn="base" hangingPunct="1">
        <a:spcBef>
          <a:spcPct val="0"/>
        </a:spcBef>
        <a:spcAft>
          <a:spcPct val="0"/>
        </a:spcAft>
        <a:defRPr sz="3600">
          <a:solidFill>
            <a:schemeClr val="bg1"/>
          </a:solidFill>
          <a:latin typeface="Arial" charset="0"/>
          <a:cs typeface="PT Bold Heading" pitchFamily="2" charset="-78"/>
        </a:defRPr>
      </a:lvl7pPr>
      <a:lvl8pPr marL="1371600" algn="ctr" rtl="1" eaLnBrk="1" fontAlgn="base" hangingPunct="1">
        <a:spcBef>
          <a:spcPct val="0"/>
        </a:spcBef>
        <a:spcAft>
          <a:spcPct val="0"/>
        </a:spcAft>
        <a:defRPr sz="3600">
          <a:solidFill>
            <a:schemeClr val="bg1"/>
          </a:solidFill>
          <a:latin typeface="Arial" charset="0"/>
          <a:cs typeface="PT Bold Heading" pitchFamily="2" charset="-78"/>
        </a:defRPr>
      </a:lvl8pPr>
      <a:lvl9pPr marL="1828800" algn="ctr" rtl="1" eaLnBrk="1" fontAlgn="base" hangingPunct="1">
        <a:spcBef>
          <a:spcPct val="0"/>
        </a:spcBef>
        <a:spcAft>
          <a:spcPct val="0"/>
        </a:spcAft>
        <a:defRPr sz="3600">
          <a:solidFill>
            <a:schemeClr val="bg1"/>
          </a:solidFill>
          <a:latin typeface="Arial" charset="0"/>
          <a:cs typeface="PT Bold Heading" pitchFamily="2" charset="-78"/>
        </a:defRPr>
      </a:lvl9pPr>
    </p:titleStyle>
    <p:body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slide" Target="slide20.xml"/><Relationship Id="rId13" Type="http://schemas.openxmlformats.org/officeDocument/2006/relationships/slide" Target="slide29.xml"/><Relationship Id="rId3" Type="http://schemas.openxmlformats.org/officeDocument/2006/relationships/slide" Target="slide9.xml"/><Relationship Id="rId7" Type="http://schemas.openxmlformats.org/officeDocument/2006/relationships/slide" Target="slide18.xml"/><Relationship Id="rId12" Type="http://schemas.openxmlformats.org/officeDocument/2006/relationships/slide" Target="slide27.xml"/><Relationship Id="rId2" Type="http://schemas.openxmlformats.org/officeDocument/2006/relationships/slide" Target="slide31.xml"/><Relationship Id="rId1" Type="http://schemas.openxmlformats.org/officeDocument/2006/relationships/slideLayout" Target="../slideLayouts/slideLayout1.xml"/><Relationship Id="rId6" Type="http://schemas.openxmlformats.org/officeDocument/2006/relationships/slide" Target="slide16.xml"/><Relationship Id="rId11" Type="http://schemas.openxmlformats.org/officeDocument/2006/relationships/slide" Target="slide25.xml"/><Relationship Id="rId5" Type="http://schemas.openxmlformats.org/officeDocument/2006/relationships/slide" Target="slide14.xml"/><Relationship Id="rId10" Type="http://schemas.openxmlformats.org/officeDocument/2006/relationships/slide" Target="slide23.xml"/><Relationship Id="rId4" Type="http://schemas.openxmlformats.org/officeDocument/2006/relationships/slide" Target="slide10.xml"/><Relationship Id="rId9" Type="http://schemas.openxmlformats.org/officeDocument/2006/relationships/slide" Target="slide21.xml"/><Relationship Id="rId14" Type="http://schemas.openxmlformats.org/officeDocument/2006/relationships/slide" Target="slide33.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981992AC-20CF-47CF-A3F1-2B7923309257}"/>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SA" altLang="ar-EG" sz="4800"/>
              <a:t>باسم الآب والابن والروح القدس</a:t>
            </a:r>
            <a:r>
              <a:rPr lang="ar-EG" altLang="ar-EG" sz="4800"/>
              <a:t> </a:t>
            </a:r>
            <a:r>
              <a:rPr lang="ar-SA" altLang="ar-EG" sz="4800"/>
              <a:t>الإله</a:t>
            </a:r>
            <a:r>
              <a:rPr lang="ar-EG" altLang="ar-EG" sz="4800"/>
              <a:t> </a:t>
            </a:r>
            <a:r>
              <a:rPr lang="ar-SA" altLang="ar-EG" sz="4800"/>
              <a:t>الواحد آمين.</a:t>
            </a:r>
            <a:br>
              <a:rPr lang="ar-EG" altLang="ar-EG" sz="4800"/>
            </a:br>
            <a:endParaRPr lang="ar-EG" altLang="ar-EG" sz="4800"/>
          </a:p>
        </p:txBody>
      </p:sp>
      <p:sp>
        <p:nvSpPr>
          <p:cNvPr id="8" name="Content Placeholder 2">
            <a:extLst>
              <a:ext uri="{FF2B5EF4-FFF2-40B4-BE49-F238E27FC236}">
                <a16:creationId xmlns:a16="http://schemas.microsoft.com/office/drawing/2014/main" id="{53D31291-193A-4B98-92E1-49A99846EA3D}"/>
              </a:ext>
            </a:extLst>
          </p:cNvPr>
          <p:cNvSpPr txBox="1">
            <a:spLocks/>
          </p:cNvSpPr>
          <p:nvPr/>
        </p:nvSpPr>
        <p:spPr bwMode="auto">
          <a:xfrm>
            <a:off x="0" y="1595438"/>
            <a:ext cx="9144000" cy="52625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أبانا الذي في السموات. ليتقدس اسمك. ليأت ملكوتك. لتكن مشيئتك. كما في السماء كذلك على الأرض. خبزنا الذي للغد أعطنا اليوم. وأغفر لنا ذنوبنا كما نغفر نحن أيضا للمذنبين إلينا. ولا تدخلنا في تجربة. لكن نجنا من الشرير. بالمسيح يسوع ربنا لأن لك الملك والقوة والمجد إلى الأبد. آمين. </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C3EBC0CF-2181-4B31-B6CD-9B143DFEA623}"/>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صلاة الشكر</a:t>
            </a:r>
          </a:p>
        </p:txBody>
      </p:sp>
      <p:sp>
        <p:nvSpPr>
          <p:cNvPr id="4" name="Content Placeholder 2">
            <a:extLst>
              <a:ext uri="{FF2B5EF4-FFF2-40B4-BE49-F238E27FC236}">
                <a16:creationId xmlns:a16="http://schemas.microsoft.com/office/drawing/2014/main" id="{A988F9AF-DC2E-46C5-AB27-7C63FEE25271}"/>
              </a:ext>
            </a:extLst>
          </p:cNvPr>
          <p:cNvSpPr txBox="1">
            <a:spLocks/>
          </p:cNvSpPr>
          <p:nvPr/>
        </p:nvSpPr>
        <p:spPr bwMode="auto">
          <a:xfrm>
            <a:off x="0" y="855663"/>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فلنشكر صانع الخيرات الرحوم الله، أبا ربنا وإلهنا ومخلصنا يسوع المسيح، لأنه سترنا وأعاننا، وحفظنا، وقبلنا إليه وأشفق علينا وعضدنا، وأتى بنا إلى هذه الساعة. هو أيضا فلنسأله أن يحفظنا في هذا اليوم المقدس وكل أيام حياتنا بكل سلام. الضابط الكل الرب إلهنا. أيها السيد الإله ضابط الكل أبو ربنا وإلهنا ومخلصنا يسوع المسيح، نشكرك على كل حال</a:t>
            </a:r>
            <a:br>
              <a:rPr lang="ar-EG" altLang="ar-EG" sz="4800" b="1" kern="0" dirty="0">
                <a:cs typeface="Times New Roman" panose="02020603050405020304" pitchFamily="18" charset="0"/>
              </a:rPr>
            </a:br>
            <a:endParaRPr lang="ar-SA" altLang="ar-EG" sz="4800" b="1" kern="0" dirty="0">
              <a:cs typeface="Times New Roman" panose="02020603050405020304" pitchFamily="18" charset="0"/>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a:extLst>
              <a:ext uri="{FF2B5EF4-FFF2-40B4-BE49-F238E27FC236}">
                <a16:creationId xmlns:a16="http://schemas.microsoft.com/office/drawing/2014/main" id="{16298E97-86A8-4B28-B5AA-D2AC325E5B0D}"/>
              </a:ext>
            </a:extLst>
          </p:cNvPr>
          <p:cNvSpPr>
            <a:spLocks noGrp="1"/>
          </p:cNvSpPr>
          <p:nvPr>
            <p:ph idx="4294967295"/>
          </p:nvPr>
        </p:nvSpPr>
        <p:spPr bwMode="auto">
          <a:xfrm>
            <a:off x="7938"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ومن أجل كل حال، وفى كل حال، لأنك سترتنا، وأعنتنا، وحفظتنا، وقبلتنا إليك، وأشفقت علينا، وعضدتنا، وأتيت بنا إلى هذه الساعة.</a:t>
            </a:r>
            <a:r>
              <a:rPr lang="ar-EG" altLang="ar-EG" sz="4800" b="1">
                <a:cs typeface="Times New Roman" panose="02020603050405020304" pitchFamily="18" charset="0"/>
              </a:rPr>
              <a:t> </a:t>
            </a:r>
            <a:r>
              <a:rPr lang="ar-SA" altLang="ar-EG" sz="4800" b="1">
                <a:cs typeface="Times New Roman" panose="02020603050405020304" pitchFamily="18" charset="0"/>
              </a:rPr>
              <a:t>من أجل هذا نسأل ونطلب من صلاحك يا محب البشر، امنحنا أن نكمل هذا اليوم المقدس وكل أيام حياتنا بكل سلام مع خوفك. كل حسد، وكل تجربة وكل فعل الشيطان ومؤامرة الناس الأشرار، وقيام الأعداء الخفيين والظاهريين، انزعها عنا وعن سائر شعبك، وعن موضعك</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98E4C994-6F23-4DD6-BD61-3ACD5D7D8022}"/>
              </a:ext>
            </a:extLst>
          </p:cNvPr>
          <p:cNvSpPr>
            <a:spLocks noGrp="1"/>
          </p:cNvSpPr>
          <p:nvPr>
            <p:ph idx="4294967295"/>
          </p:nvPr>
        </p:nvSpPr>
        <p:spPr bwMode="auto">
          <a:xfrm>
            <a:off x="0" y="0"/>
            <a:ext cx="9144000" cy="6602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700" b="1">
                <a:cs typeface="Times New Roman" panose="02020603050405020304" pitchFamily="18" charset="0"/>
              </a:rPr>
              <a:t>المقدس هذا. أما الصالحات والنافعات فارزقنا إياها. لأنك أنت الذي أعطيتنا السلطان أن ندوس الحيات والعقارب وكل قوة العدو. ولا تدخلنا في تجربة، لكن نجنا من الشرير. بالنعمة والرأفات ومحبة البشر اللواتي لابنك الوحيد ربنا وإلهنا ومخلصنا يسوع المسيح. هذا الذي من قبله المجد والإكرام والعزة والسجود تليق بك معه مع الروح القدس المحيي المساوي لك الآن وكل أوان وإلى دهر الدهور آمين.</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8BF485BF-0FC0-4ED3-AD0F-D794BDCB4CCF}"/>
              </a:ext>
            </a:extLst>
          </p:cNvPr>
          <p:cNvSpPr>
            <a:spLocks noGrp="1"/>
          </p:cNvSpPr>
          <p:nvPr>
            <p:ph type="title"/>
          </p:nvPr>
        </p:nvSpPr>
        <p:spPr bwMode="auto">
          <a:xfrm>
            <a:off x="457200" y="11113"/>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المزمور الخمسين</a:t>
            </a:r>
          </a:p>
        </p:txBody>
      </p:sp>
      <p:sp>
        <p:nvSpPr>
          <p:cNvPr id="4" name="Content Placeholder 2">
            <a:extLst>
              <a:ext uri="{FF2B5EF4-FFF2-40B4-BE49-F238E27FC236}">
                <a16:creationId xmlns:a16="http://schemas.microsoft.com/office/drawing/2014/main" id="{587F6783-0FCA-4C85-96B5-900DF5A7989D}"/>
              </a:ext>
            </a:extLst>
          </p:cNvPr>
          <p:cNvSpPr txBox="1">
            <a:spLocks/>
          </p:cNvSpPr>
          <p:nvPr/>
        </p:nvSpPr>
        <p:spPr bwMode="auto">
          <a:xfrm>
            <a:off x="0" y="855663"/>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EG" altLang="ar-EG" sz="4800" b="1" kern="0" dirty="0">
                <a:cs typeface="Times New Roman" panose="02020603050405020304" pitchFamily="18" charset="0"/>
              </a:rPr>
              <a:t>ا</a:t>
            </a:r>
            <a:r>
              <a:rPr lang="ar-SA" altLang="ar-EG" sz="4800" b="1" kern="0" dirty="0">
                <a:cs typeface="Times New Roman" panose="02020603050405020304" pitchFamily="18" charset="0"/>
              </a:rPr>
              <a:t>رحمني يا الله كعظيم رحمتك، ومثل كثرة رأفتك تمحو إثمي. اغسلني كثيرا من إثمي ومن خطيتي طهرني، لأني أنا عارف بإثمي وخطيتي أمامي في كل حين. لك وحدك أخطأت، والشر قدامك صنعت. لكي تتبرر في أقوالك. وتغلب إذا حوكمتُ. لأني هاأنذا بالإثم حبل بي، وبالخطايا ولدتني أمي. لأنك هكذا قد أحببت الحق،</a:t>
            </a:r>
            <a:r>
              <a:rPr lang="ar-EG" altLang="ar-EG" sz="4800" b="1" kern="0" dirty="0">
                <a:cs typeface="Times New Roman" panose="02020603050405020304" pitchFamily="18" charset="0"/>
              </a:rPr>
              <a:t> </a:t>
            </a:r>
            <a:r>
              <a:rPr lang="ar-SA" altLang="ar-EG" sz="4800" b="1" kern="0">
                <a:cs typeface="Times New Roman" panose="02020603050405020304" pitchFamily="18" charset="0"/>
              </a:rPr>
              <a:t>إذ </a:t>
            </a:r>
            <a:r>
              <a:rPr lang="ar-SA" altLang="ar-EG" sz="4800" b="1" kern="0" dirty="0">
                <a:cs typeface="Times New Roman" panose="02020603050405020304" pitchFamily="18" charset="0"/>
              </a:rPr>
              <a:t>أوضحت لي غوامض حكمتك</a:t>
            </a:r>
            <a:br>
              <a:rPr lang="ar-EG" altLang="ar-EG" sz="4800" b="1" kern="0" dirty="0">
                <a:cs typeface="Times New Roman" panose="02020603050405020304" pitchFamily="18" charset="0"/>
              </a:rPr>
            </a:br>
            <a:endParaRPr lang="ar-SA" altLang="ar-EG" sz="4800" b="1" kern="0" dirty="0">
              <a:cs typeface="Times New Roman" panose="02020603050405020304" pitchFamily="18" charset="0"/>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a:extLst>
              <a:ext uri="{FF2B5EF4-FFF2-40B4-BE49-F238E27FC236}">
                <a16:creationId xmlns:a16="http://schemas.microsoft.com/office/drawing/2014/main" id="{6CAED4A6-E31C-4829-A78B-4ABFA033C154}"/>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ومستوراتها. تنضح على بزوفاك فأطهر، تغسلني فأبيض أكثر من الثلج. تسمعني سرورا وفرحا، فتبتهج عظامي المنسحقة. اصرف وجهك عن خطاياي، وامح كل آثامي. قلبا نقيا اخلق في يا الله، وروحا مستقيما جدده في أحشائي. لا تطرحني من قدام وجهك وروحك القدوس لا تنزعه منى. امنحني بهجة خلاصك، وبروح رئاسي عضدني فأعلم الأثمة طرقك والمنافقون إليك يرجعون، نجني من الدماء يا</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924B221A-E691-48E4-A496-29E492B21D3B}"/>
              </a:ext>
            </a:extLst>
          </p:cNvPr>
          <p:cNvSpPr>
            <a:spLocks noGrp="1"/>
          </p:cNvSpPr>
          <p:nvPr>
            <p:ph idx="4294967295"/>
          </p:nvPr>
        </p:nvSpPr>
        <p:spPr bwMode="auto">
          <a:xfrm>
            <a:off x="0" y="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الله إله خلاصي، فيبتهج لساني بعدلك. يا رب افتح شفتي، فيخبر فمي بتسبيحك. لأنك لو آثرت الذبيحة لكنت الآن أعطي، ولكنك لا تسر بالمحرقات، فالذبيحة لله روح منسحق. القلب المنكسر والمتواضع لا يرذله الله، أنعم يا رب بمسرتك على صهيون، ولتبن أسوار أورشليم. حينئذ تسر بذبائح البر قربانا ومحرقات ويقربون على مذابحك العجول. هلليلويا.</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Rectangle 159">
            <a:hlinkClick r:id="rId2" action="ppaction://hlinksldjump"/>
            <a:extLst>
              <a:ext uri="{FF2B5EF4-FFF2-40B4-BE49-F238E27FC236}">
                <a16:creationId xmlns:a16="http://schemas.microsoft.com/office/drawing/2014/main" id="{733785B4-6DD5-480E-B125-B9438759E29F}"/>
              </a:ext>
            </a:extLst>
          </p:cNvPr>
          <p:cNvSpPr/>
          <p:nvPr/>
        </p:nvSpPr>
        <p:spPr>
          <a:xfrm flipH="1">
            <a:off x="76199" y="5121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128 مرارًا كثيرة</a:t>
            </a:r>
          </a:p>
        </p:txBody>
      </p:sp>
      <p:sp>
        <p:nvSpPr>
          <p:cNvPr id="149" name="Rectangle 148">
            <a:hlinkClick r:id="rId3" action="ppaction://hlinksldjump"/>
            <a:extLst>
              <a:ext uri="{FF2B5EF4-FFF2-40B4-BE49-F238E27FC236}">
                <a16:creationId xmlns:a16="http://schemas.microsoft.com/office/drawing/2014/main" id="{A59DC37D-FEE2-4372-A73E-4394FCD4184B}"/>
              </a:ext>
            </a:extLst>
          </p:cNvPr>
          <p:cNvSpPr/>
          <p:nvPr/>
        </p:nvSpPr>
        <p:spPr>
          <a:xfrm flipH="1">
            <a:off x="4620722" y="676808"/>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116 سبحوا الرب</a:t>
            </a:r>
          </a:p>
        </p:txBody>
      </p:sp>
      <p:sp>
        <p:nvSpPr>
          <p:cNvPr id="150" name="Rectangle 149">
            <a:hlinkClick r:id="rId4" action="ppaction://hlinksldjump"/>
            <a:extLst>
              <a:ext uri="{FF2B5EF4-FFF2-40B4-BE49-F238E27FC236}">
                <a16:creationId xmlns:a16="http://schemas.microsoft.com/office/drawing/2014/main" id="{2F07ECA2-CC86-40B9-8D69-4D00F38A44C8}"/>
              </a:ext>
            </a:extLst>
          </p:cNvPr>
          <p:cNvSpPr/>
          <p:nvPr/>
        </p:nvSpPr>
        <p:spPr>
          <a:xfrm flipH="1">
            <a:off x="4620722" y="1565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117 اعترفوا للرب</a:t>
            </a:r>
          </a:p>
        </p:txBody>
      </p:sp>
      <p:sp>
        <p:nvSpPr>
          <p:cNvPr id="151" name="Rectangle 150">
            <a:hlinkClick r:id="rId5" action="ppaction://hlinksldjump"/>
            <a:extLst>
              <a:ext uri="{FF2B5EF4-FFF2-40B4-BE49-F238E27FC236}">
                <a16:creationId xmlns:a16="http://schemas.microsoft.com/office/drawing/2014/main" id="{F5DD771B-82BC-4C68-B314-DA1E97A17781}"/>
              </a:ext>
            </a:extLst>
          </p:cNvPr>
          <p:cNvSpPr/>
          <p:nvPr/>
        </p:nvSpPr>
        <p:spPr>
          <a:xfrm flipH="1">
            <a:off x="4620722" y="2454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119 إليك يا رب صرخت</a:t>
            </a:r>
          </a:p>
        </p:txBody>
      </p:sp>
      <p:sp>
        <p:nvSpPr>
          <p:cNvPr id="152" name="Rectangle 151">
            <a:hlinkClick r:id="rId6" action="ppaction://hlinksldjump"/>
            <a:extLst>
              <a:ext uri="{FF2B5EF4-FFF2-40B4-BE49-F238E27FC236}">
                <a16:creationId xmlns:a16="http://schemas.microsoft.com/office/drawing/2014/main" id="{00C9ADCA-39EF-489E-B290-93735E0B69C0}"/>
              </a:ext>
            </a:extLst>
          </p:cNvPr>
          <p:cNvSpPr/>
          <p:nvPr/>
        </p:nvSpPr>
        <p:spPr>
          <a:xfrm flipH="1">
            <a:off x="4620722" y="3343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90000"/>
              </a:lnSpc>
              <a:defRPr/>
            </a:pPr>
            <a:r>
              <a:rPr lang="ar-EG" sz="4000" b="1" dirty="0">
                <a:solidFill>
                  <a:srgbClr val="FFC000"/>
                </a:solidFill>
                <a:cs typeface="Times New Roman" pitchFamily="18" charset="0"/>
              </a:rPr>
              <a:t>120 رفعت عيني</a:t>
            </a:r>
          </a:p>
        </p:txBody>
      </p:sp>
      <p:sp>
        <p:nvSpPr>
          <p:cNvPr id="153" name="Rectangle 152">
            <a:hlinkClick r:id="rId7" action="ppaction://hlinksldjump"/>
            <a:extLst>
              <a:ext uri="{FF2B5EF4-FFF2-40B4-BE49-F238E27FC236}">
                <a16:creationId xmlns:a16="http://schemas.microsoft.com/office/drawing/2014/main" id="{746150CA-DF64-4D0E-AFFF-B087FD60BB8F}"/>
              </a:ext>
            </a:extLst>
          </p:cNvPr>
          <p:cNvSpPr/>
          <p:nvPr/>
        </p:nvSpPr>
        <p:spPr>
          <a:xfrm flipH="1">
            <a:off x="4620722" y="4232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121 فرحت بالقائلين لي</a:t>
            </a:r>
          </a:p>
        </p:txBody>
      </p:sp>
      <p:sp>
        <p:nvSpPr>
          <p:cNvPr id="154" name="Rectangle 153">
            <a:hlinkClick r:id="rId8" action="ppaction://hlinksldjump"/>
            <a:extLst>
              <a:ext uri="{FF2B5EF4-FFF2-40B4-BE49-F238E27FC236}">
                <a16:creationId xmlns:a16="http://schemas.microsoft.com/office/drawing/2014/main" id="{42AEAD69-C025-4A2B-A148-7E407E4AA3A4}"/>
              </a:ext>
            </a:extLst>
          </p:cNvPr>
          <p:cNvSpPr/>
          <p:nvPr/>
        </p:nvSpPr>
        <p:spPr>
          <a:xfrm flipH="1">
            <a:off x="4620722" y="5121807"/>
            <a:ext cx="4447077"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wrap="none" tIns="91440" bIns="91440" anchor="ctr"/>
          <a:lstStyle/>
          <a:p>
            <a:pPr algn="ctr" rtl="1" eaLnBrk="1" hangingPunct="1">
              <a:lnSpc>
                <a:spcPct val="90000"/>
              </a:lnSpc>
              <a:defRPr/>
            </a:pPr>
            <a:r>
              <a:rPr lang="ar-EG" sz="4000" b="1" dirty="0">
                <a:solidFill>
                  <a:srgbClr val="FFC000"/>
                </a:solidFill>
                <a:cs typeface="Times New Roman" pitchFamily="18" charset="0"/>
              </a:rPr>
              <a:t>122 إليك رفعت عيني</a:t>
            </a:r>
          </a:p>
        </p:txBody>
      </p:sp>
      <p:sp>
        <p:nvSpPr>
          <p:cNvPr id="155" name="Rectangle 154">
            <a:hlinkClick r:id="rId9" action="ppaction://hlinksldjump"/>
            <a:extLst>
              <a:ext uri="{FF2B5EF4-FFF2-40B4-BE49-F238E27FC236}">
                <a16:creationId xmlns:a16="http://schemas.microsoft.com/office/drawing/2014/main" id="{8AFE1188-3EC7-4F49-A87A-BB6C1D95024C}"/>
              </a:ext>
            </a:extLst>
          </p:cNvPr>
          <p:cNvSpPr/>
          <p:nvPr/>
        </p:nvSpPr>
        <p:spPr>
          <a:xfrm flipH="1">
            <a:off x="76199" y="683688"/>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123 لولا أن الرب</a:t>
            </a:r>
          </a:p>
        </p:txBody>
      </p:sp>
      <p:sp>
        <p:nvSpPr>
          <p:cNvPr id="156" name="Rectangle 155">
            <a:hlinkClick r:id="rId10" action="ppaction://hlinksldjump"/>
            <a:extLst>
              <a:ext uri="{FF2B5EF4-FFF2-40B4-BE49-F238E27FC236}">
                <a16:creationId xmlns:a16="http://schemas.microsoft.com/office/drawing/2014/main" id="{C84D4455-313A-44C8-AFE2-372770BAFC5F}"/>
              </a:ext>
            </a:extLst>
          </p:cNvPr>
          <p:cNvSpPr/>
          <p:nvPr/>
        </p:nvSpPr>
        <p:spPr>
          <a:xfrm flipH="1">
            <a:off x="76199" y="1565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124 المتوكلون على الرب</a:t>
            </a:r>
          </a:p>
        </p:txBody>
      </p:sp>
      <p:sp>
        <p:nvSpPr>
          <p:cNvPr id="157" name="Rectangle 156">
            <a:hlinkClick r:id="rId11" action="ppaction://hlinksldjump"/>
            <a:extLst>
              <a:ext uri="{FF2B5EF4-FFF2-40B4-BE49-F238E27FC236}">
                <a16:creationId xmlns:a16="http://schemas.microsoft.com/office/drawing/2014/main" id="{768984C4-4E69-4833-9BFB-2B1D617804FA}"/>
              </a:ext>
            </a:extLst>
          </p:cNvPr>
          <p:cNvSpPr/>
          <p:nvPr/>
        </p:nvSpPr>
        <p:spPr>
          <a:xfrm flipH="1">
            <a:off x="76199" y="2454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125 إذا ما رد الرب</a:t>
            </a:r>
          </a:p>
        </p:txBody>
      </p:sp>
      <p:sp>
        <p:nvSpPr>
          <p:cNvPr id="158" name="Rectangle 157">
            <a:hlinkClick r:id="rId12" action="ppaction://hlinksldjump"/>
            <a:extLst>
              <a:ext uri="{FF2B5EF4-FFF2-40B4-BE49-F238E27FC236}">
                <a16:creationId xmlns:a16="http://schemas.microsoft.com/office/drawing/2014/main" id="{A1C8874E-589E-4037-9480-09F7752260B9}"/>
              </a:ext>
            </a:extLst>
          </p:cNvPr>
          <p:cNvSpPr/>
          <p:nvPr/>
        </p:nvSpPr>
        <p:spPr>
          <a:xfrm flipH="1">
            <a:off x="76199" y="3343806"/>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defRPr/>
            </a:pPr>
            <a:r>
              <a:rPr lang="ar-EG" sz="4000" b="1" dirty="0">
                <a:solidFill>
                  <a:srgbClr val="FFC000"/>
                </a:solidFill>
                <a:cs typeface="Times New Roman" pitchFamily="18" charset="0"/>
              </a:rPr>
              <a:t>126 إن لم يبن الرب</a:t>
            </a:r>
          </a:p>
        </p:txBody>
      </p:sp>
      <p:sp>
        <p:nvSpPr>
          <p:cNvPr id="159" name="Rectangle 158">
            <a:hlinkClick r:id="rId13" action="ppaction://hlinksldjump"/>
            <a:extLst>
              <a:ext uri="{FF2B5EF4-FFF2-40B4-BE49-F238E27FC236}">
                <a16:creationId xmlns:a16="http://schemas.microsoft.com/office/drawing/2014/main" id="{402FD6F8-E4A2-4422-A4F4-0D213405D10D}"/>
              </a:ext>
            </a:extLst>
          </p:cNvPr>
          <p:cNvSpPr/>
          <p:nvPr/>
        </p:nvSpPr>
        <p:spPr>
          <a:xfrm flipH="1">
            <a:off x="76199" y="4232807"/>
            <a:ext cx="4463473"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110000"/>
              </a:lnSpc>
              <a:defRPr/>
            </a:pPr>
            <a:r>
              <a:rPr lang="ar-EG" sz="4000" b="1" dirty="0">
                <a:solidFill>
                  <a:srgbClr val="FFC000"/>
                </a:solidFill>
                <a:cs typeface="Times New Roman" pitchFamily="18" charset="0"/>
              </a:rPr>
              <a:t>127 طوبى لجميع</a:t>
            </a:r>
          </a:p>
        </p:txBody>
      </p:sp>
      <p:sp>
        <p:nvSpPr>
          <p:cNvPr id="161" name="Rectangle 160">
            <a:hlinkClick r:id="rId14" action="ppaction://hlinksldjump"/>
            <a:extLst>
              <a:ext uri="{FF2B5EF4-FFF2-40B4-BE49-F238E27FC236}">
                <a16:creationId xmlns:a16="http://schemas.microsoft.com/office/drawing/2014/main" id="{FB19B1C3-2CA0-4AC4-938B-C366B98C8DAD}"/>
              </a:ext>
            </a:extLst>
          </p:cNvPr>
          <p:cNvSpPr/>
          <p:nvPr/>
        </p:nvSpPr>
        <p:spPr>
          <a:xfrm flipH="1">
            <a:off x="2370398" y="6010808"/>
            <a:ext cx="4403204" cy="785580"/>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normAutofit/>
          </a:bodyPr>
          <a:lstStyle/>
          <a:p>
            <a:pPr algn="ctr" rtl="1" eaLnBrk="1" hangingPunct="1">
              <a:lnSpc>
                <a:spcPct val="90000"/>
              </a:lnSpc>
              <a:defRPr/>
            </a:pPr>
            <a:r>
              <a:rPr lang="ar-EG" sz="4000" b="1" dirty="0">
                <a:solidFill>
                  <a:srgbClr val="FFC000"/>
                </a:solidFill>
                <a:cs typeface="Times New Roman" pitchFamily="18" charset="0"/>
              </a:rPr>
              <a:t>الانجيل</a:t>
            </a:r>
            <a:endParaRPr lang="en-US" sz="4000" b="1" dirty="0">
              <a:solidFill>
                <a:srgbClr val="FFC000"/>
              </a:solidFill>
            </a:endParaRPr>
          </a:p>
        </p:txBody>
      </p:sp>
      <p:sp>
        <p:nvSpPr>
          <p:cNvPr id="9257" name="Title 3">
            <a:extLst>
              <a:ext uri="{FF2B5EF4-FFF2-40B4-BE49-F238E27FC236}">
                <a16:creationId xmlns:a16="http://schemas.microsoft.com/office/drawing/2014/main" id="{4FCA0318-461F-4871-86A3-6E05322C7F44}"/>
              </a:ext>
            </a:extLst>
          </p:cNvPr>
          <p:cNvSpPr>
            <a:spLocks noGrp="1"/>
          </p:cNvSpPr>
          <p:nvPr>
            <p:ph type="title"/>
          </p:nvPr>
        </p:nvSpPr>
        <p:spPr bwMode="auto">
          <a:xfrm>
            <a:off x="468313" y="-7620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a:t>الغروب</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8575E120-E94C-4565-B5CF-3E3DB5E3867E}"/>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 المزمور المائة والسادس عشر</a:t>
            </a:r>
            <a:endParaRPr lang="en-US" altLang="ar-EG" sz="4800"/>
          </a:p>
        </p:txBody>
      </p:sp>
      <p:sp>
        <p:nvSpPr>
          <p:cNvPr id="10243" name="Content Placeholder 2">
            <a:extLst>
              <a:ext uri="{FF2B5EF4-FFF2-40B4-BE49-F238E27FC236}">
                <a16:creationId xmlns:a16="http://schemas.microsoft.com/office/drawing/2014/main" id="{5CBCE49F-D84C-4960-9A09-C360F78D2E9A}"/>
              </a:ext>
            </a:extLst>
          </p:cNvPr>
          <p:cNvSpPr>
            <a:spLocks noGrp="1"/>
          </p:cNvSpPr>
          <p:nvPr>
            <p:ph idx="4294967295"/>
          </p:nvPr>
        </p:nvSpPr>
        <p:spPr bwMode="auto">
          <a:xfrm>
            <a:off x="0" y="762000"/>
            <a:ext cx="9144000" cy="23082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سبحوا الربَّ يا جميع الأمم ولتباركه كافة الشعوب. لأن رحمته قد ثبتت علينا وحق الرب يدوم إلى الأبد</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0244" name="TextBox 3">
            <a:extLst>
              <a:ext uri="{FF2B5EF4-FFF2-40B4-BE49-F238E27FC236}">
                <a16:creationId xmlns:a16="http://schemas.microsoft.com/office/drawing/2014/main" id="{23E9FA76-7895-4457-BCAF-BA0A76210872}"/>
              </a:ext>
            </a:extLst>
          </p:cNvPr>
          <p:cNvSpPr txBox="1">
            <a:spLocks noChangeArrowheads="1"/>
          </p:cNvSpPr>
          <p:nvPr/>
        </p:nvSpPr>
        <p:spPr bwMode="auto">
          <a:xfrm>
            <a:off x="0" y="299085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5" name="Rectangle 4">
            <a:hlinkClick r:id="rId2" action="ppaction://hlinksldjump"/>
            <a:extLst>
              <a:ext uri="{FF2B5EF4-FFF2-40B4-BE49-F238E27FC236}">
                <a16:creationId xmlns:a16="http://schemas.microsoft.com/office/drawing/2014/main" id="{3123F148-EE6B-4A90-8BAA-7A69D7F4BA3A}"/>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الغروب</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B21D156B-BC6C-40C7-A244-8A8075DFBCD9}"/>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الغروب</a:t>
            </a:r>
            <a:endParaRPr lang="en-US" sz="4000" b="1" dirty="0">
              <a:solidFill>
                <a:schemeClr val="bg1"/>
              </a:solidFill>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FB274BA4-58BF-4D6C-8D9B-F3E534DC251C}"/>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(2) المزمور المائة والسابع عشر</a:t>
            </a:r>
            <a:endParaRPr lang="en-US" altLang="ar-EG" sz="4800"/>
          </a:p>
        </p:txBody>
      </p:sp>
      <p:sp>
        <p:nvSpPr>
          <p:cNvPr id="11267" name="Content Placeholder 2">
            <a:extLst>
              <a:ext uri="{FF2B5EF4-FFF2-40B4-BE49-F238E27FC236}">
                <a16:creationId xmlns:a16="http://schemas.microsoft.com/office/drawing/2014/main" id="{244D706E-E123-4D0C-BB2D-83440B4534F0}"/>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اعترفوا للرب لأنه صالح وأن إلى الأبد رحمته. ليقل بيت إسرائيل إنه صالح وإن إلى الأبد رحمته. ليقل بيت هارون إنه صالح وإن إلى الأبد رحمته. ليقل أتقياء الرب إنه صالح وإن إلى الأبد رحمته. في ضيقتي صرختُ إلى الرب، فاستجاب لي وأخرجني إلى الرحب. الرب عوني فلا أخشى ماذا يصنع بي الإنسان. الرب لي معين وأنا أرى بأعدائي. الاتكال على</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a:extLst>
              <a:ext uri="{FF2B5EF4-FFF2-40B4-BE49-F238E27FC236}">
                <a16:creationId xmlns:a16="http://schemas.microsoft.com/office/drawing/2014/main" id="{A8919D1A-01F1-4BDF-9E87-30861DB32AF6}"/>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الرب خير من الاتكال على البشر، الرجاء بالرب خير من الرجاء بالرؤساء. كل الأمم أحاطوا بي وباسم الرب انتقمتُ منهم. أحاطوا بي احتياطا واكتنفوني، وباسم الرب قهرتهم. أحاطوا بي مثل النحل حول الشهد، والتهبوا كنار في شوك، وباسم الرب انتقمت منهم. دفعتُ لأسقطَ والرب عضدني. قوتي وتسبحتي هو الرب وقد صار لي خلاصا. صوت التهليل والخلاص في مساكن الأبرار. يمين الرب</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a:extLst>
              <a:ext uri="{FF2B5EF4-FFF2-40B4-BE49-F238E27FC236}">
                <a16:creationId xmlns:a16="http://schemas.microsoft.com/office/drawing/2014/main" id="{95BBBE8E-1939-436B-8B54-9E59AD08BE2A}"/>
              </a:ext>
            </a:extLst>
          </p:cNvPr>
          <p:cNvSpPr>
            <a:spLocks noGrp="1"/>
          </p:cNvSpPr>
          <p:nvPr>
            <p:ph idx="4294967295"/>
          </p:nvPr>
        </p:nvSpPr>
        <p:spPr bwMode="auto">
          <a:xfrm>
            <a:off x="0" y="0"/>
            <a:ext cx="9144000" cy="74787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صنعت قوة، يمين الرب رفعتني، يمين الرب صنعت قوة. فلن أموتَ بعدُ، بل أحيا وأحدث بأعمال الرب. تأديبا أدبني الرب وإلى الموت لم يُسْلِمْني. افتحوا لي أبواب البر لكي أدخل فيها وأعترفَ للرب. هذا هو باب الرب والصديقون يدخلون فيه. أعترف لك يا رب لأنك استجبت لي وكنت لي مخلصا. الحجر الذي رذله البناءون هذا صار رأسا للزاوية. من قبل الرب كان هذا وهو عجيب في أعيننا. هذا هو اليوم</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76D06CC5-DCCE-4478-93D1-667CFC85034F}"/>
              </a:ext>
            </a:extLst>
          </p:cNvPr>
          <p:cNvSpPr>
            <a:spLocks noGrp="1"/>
          </p:cNvSpPr>
          <p:nvPr>
            <p:ph idx="4294967295"/>
          </p:nvPr>
        </p:nvSpPr>
        <p:spPr bwMode="auto">
          <a:xfrm>
            <a:off x="0" y="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الذي صنعه الرب. فلنبتهج ونفرح فيه. يا رب خلصنا. يا رب سهل طريقنا. مبارك الآتي باسم الرب. باركناكم من بيت الرب. الله الرب أضاء علينا. رتبوا عيدا في الواصلين إلى قرون المذبح. أنت هو إلهي فأشكرك، إلهي أنت فأرفعك. أعترف لك يا رب، لأنك استجبت لي وصرت لي مخلصا. اشكروا الرب فإنه صالح وأن إلى الأبد رحمته</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4339" name="TextBox 3">
            <a:extLst>
              <a:ext uri="{FF2B5EF4-FFF2-40B4-BE49-F238E27FC236}">
                <a16:creationId xmlns:a16="http://schemas.microsoft.com/office/drawing/2014/main" id="{522BFFA2-25A8-4712-B039-EDD1CE3EB358}"/>
              </a:ext>
            </a:extLst>
          </p:cNvPr>
          <p:cNvSpPr txBox="1">
            <a:spLocks noChangeArrowheads="1"/>
          </p:cNvSpPr>
          <p:nvPr/>
        </p:nvSpPr>
        <p:spPr bwMode="auto">
          <a:xfrm>
            <a:off x="0" y="5172075"/>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D259FB7B-0FE7-4E76-8A16-0AB08E496920}"/>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الغروب</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9E0D0CA9-8EE2-4749-94BD-35BDC3D99633}"/>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الغروب</a:t>
            </a:r>
            <a:endParaRPr lang="en-US" sz="4000" b="1" dirty="0">
              <a:solidFill>
                <a:schemeClr val="bg1"/>
              </a:solidFill>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23A5055E-4D6B-4018-8817-4315A9B6735E}"/>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(3) المزمور المائة والتاسع عشر</a:t>
            </a:r>
            <a:endParaRPr lang="en-US" altLang="ar-EG" sz="4800"/>
          </a:p>
        </p:txBody>
      </p:sp>
      <p:sp>
        <p:nvSpPr>
          <p:cNvPr id="15363" name="Content Placeholder 2">
            <a:extLst>
              <a:ext uri="{FF2B5EF4-FFF2-40B4-BE49-F238E27FC236}">
                <a16:creationId xmlns:a16="http://schemas.microsoft.com/office/drawing/2014/main" id="{60BE230C-5115-46E7-8CED-DBCA93088FC0}"/>
              </a:ext>
            </a:extLst>
          </p:cNvPr>
          <p:cNvSpPr>
            <a:spLocks noGrp="1"/>
          </p:cNvSpPr>
          <p:nvPr>
            <p:ph idx="4294967295"/>
          </p:nvPr>
        </p:nvSpPr>
        <p:spPr bwMode="auto">
          <a:xfrm>
            <a:off x="0" y="76200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إليك يا رب صرخت في حزني فاستجبت لي. يا رب نج نفسي من الشفاه الظالمة ومن اللسان الغاش. ماذا تعطى وماذا تزاد من اللسان الغاش. سهام الأقوياء مرهفة مع جمر البرية. ويل لي فإن غربتي قد طالت عليّ، وسكنت في مساكن قيدار. طويلا سكنتْ نفسي في الغربة، ومع مبغضي السلام كنت صاحب سلام، وحين</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939FCC98-3C63-4B65-B075-5FB407A0E7E9}"/>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كنت أكلمهم كانوا يقاتلونني باطلا</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6387" name="TextBox 3">
            <a:extLst>
              <a:ext uri="{FF2B5EF4-FFF2-40B4-BE49-F238E27FC236}">
                <a16:creationId xmlns:a16="http://schemas.microsoft.com/office/drawing/2014/main" id="{5A582D6A-2B32-4A4A-823D-865360ABFEAD}"/>
              </a:ext>
            </a:extLst>
          </p:cNvPr>
          <p:cNvSpPr txBox="1">
            <a:spLocks noChangeArrowheads="1"/>
          </p:cNvSpPr>
          <p:nvPr/>
        </p:nvSpPr>
        <p:spPr bwMode="auto">
          <a:xfrm>
            <a:off x="0" y="830263"/>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10" name="Rectangle 9">
            <a:hlinkClick r:id="rId2" action="ppaction://hlinksldjump"/>
            <a:extLst>
              <a:ext uri="{FF2B5EF4-FFF2-40B4-BE49-F238E27FC236}">
                <a16:creationId xmlns:a16="http://schemas.microsoft.com/office/drawing/2014/main" id="{972BF4F0-4783-4009-A287-677B6C60D381}"/>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الغروب</a:t>
            </a:r>
            <a:endParaRPr lang="en-US" sz="4000" b="1" dirty="0">
              <a:solidFill>
                <a:schemeClr val="bg1"/>
              </a:solidFill>
            </a:endParaRPr>
          </a:p>
        </p:txBody>
      </p:sp>
      <p:sp>
        <p:nvSpPr>
          <p:cNvPr id="11" name="Rectangle 10">
            <a:hlinkClick r:id="rId3" action="ppaction://hlinksldjump"/>
            <a:extLst>
              <a:ext uri="{FF2B5EF4-FFF2-40B4-BE49-F238E27FC236}">
                <a16:creationId xmlns:a16="http://schemas.microsoft.com/office/drawing/2014/main" id="{6AAB8967-041D-4738-9AE0-5C59CBDFE0E3}"/>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الغروب</a:t>
            </a:r>
            <a:endParaRPr lang="en-US" sz="4000" b="1" dirty="0">
              <a:solidFill>
                <a:schemeClr val="bg1"/>
              </a:solidFill>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2F7D621D-7E02-49E2-B753-AE734AAC47EB}"/>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(4) المزمور المائة والعشرون</a:t>
            </a:r>
            <a:endParaRPr lang="en-US" altLang="ar-EG" sz="4800"/>
          </a:p>
        </p:txBody>
      </p:sp>
      <p:sp>
        <p:nvSpPr>
          <p:cNvPr id="17411" name="Content Placeholder 2">
            <a:extLst>
              <a:ext uri="{FF2B5EF4-FFF2-40B4-BE49-F238E27FC236}">
                <a16:creationId xmlns:a16="http://schemas.microsoft.com/office/drawing/2014/main" id="{89E80EA1-1F00-4962-BADD-8237DED16B32}"/>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رفعت عيني إلى الجبال، من حيث يأتي عوني. معونتي من عند الرب الذي صنع السماء والأرض. لا يسلم رجلك للزلل، فما ينعس حافظك. هوذا لا ينعس ولا ينام حارس إسرائيل. الرب يحفظك. الرب يظلل على يدك اليمنى، فلا تحرقك الشمس بالنهار ولا القمر بالليل. الرب يحفظك من كل سوء. الرب يحفظ نفسك. الرب يحفظ دخولك وخروجك، من الآن</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5E62D910-5932-464B-B7D5-CA9D8E493F1D}"/>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a:t>
            </a:r>
            <a:r>
              <a:rPr lang="ar-EG" altLang="ar-EG" sz="4800" b="1">
                <a:cs typeface="Times New Roman" panose="02020603050405020304" pitchFamily="18" charset="0"/>
              </a:rPr>
              <a:t>إ</a:t>
            </a:r>
            <a:r>
              <a:rPr lang="ar-SA" altLang="ar-EG" sz="4800" b="1">
                <a:cs typeface="Times New Roman" panose="02020603050405020304" pitchFamily="18" charset="0"/>
              </a:rPr>
              <a:t>ل</a:t>
            </a:r>
            <a:r>
              <a:rPr lang="ar-EG" altLang="ar-EG" sz="4800" b="1">
                <a:cs typeface="Times New Roman" panose="02020603050405020304" pitchFamily="18" charset="0"/>
              </a:rPr>
              <a:t>ى</a:t>
            </a:r>
            <a:r>
              <a:rPr lang="ar-SA" altLang="ar-EG" sz="4800" b="1">
                <a:cs typeface="Times New Roman" panose="02020603050405020304" pitchFamily="18" charset="0"/>
              </a:rPr>
              <a:t> الأبد</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18435" name="TextBox 3">
            <a:extLst>
              <a:ext uri="{FF2B5EF4-FFF2-40B4-BE49-F238E27FC236}">
                <a16:creationId xmlns:a16="http://schemas.microsoft.com/office/drawing/2014/main" id="{D65124DA-7FC5-465D-A3D5-8E96EBF9EEEC}"/>
              </a:ext>
            </a:extLst>
          </p:cNvPr>
          <p:cNvSpPr txBox="1">
            <a:spLocks noChangeArrowheads="1"/>
          </p:cNvSpPr>
          <p:nvPr/>
        </p:nvSpPr>
        <p:spPr bwMode="auto">
          <a:xfrm>
            <a:off x="0" y="830263"/>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95575154-0F70-4068-A459-0FB326050E31}"/>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الغروب</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87B01066-C35F-4274-A706-CFEFFF7DA05C}"/>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الغروب</a:t>
            </a:r>
            <a:endParaRPr lang="en-US" sz="4000" b="1" dirty="0">
              <a:solidFill>
                <a:schemeClr val="bg1"/>
              </a:solidFill>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E9E7CD54-9805-4EFD-A6C0-F37F4235337C}"/>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(5) المزمور المائة والحادي والعشرون</a:t>
            </a:r>
            <a:endParaRPr lang="en-US" altLang="ar-EG" sz="4800"/>
          </a:p>
        </p:txBody>
      </p:sp>
      <p:sp>
        <p:nvSpPr>
          <p:cNvPr id="19459" name="Content Placeholder 2">
            <a:extLst>
              <a:ext uri="{FF2B5EF4-FFF2-40B4-BE49-F238E27FC236}">
                <a16:creationId xmlns:a16="http://schemas.microsoft.com/office/drawing/2014/main" id="{102676DC-B95D-46D1-8A36-C13005938129}"/>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فرحت بالقائلين لي إلى بيت الرب نذهب. وقفت أرجلنا في ديار أورشليم، أورشليم المبنية مثل مدينة متصلة بعضها ببعض. لأن هناك صعدت القبائل، قبائل الرب، شهادة لإسرائيل، يعترفون لاسم الرب. هناك نصبت كراسي للقضاء كراسي بيت داود.</a:t>
            </a:r>
            <a:r>
              <a:rPr lang="ar-EG" altLang="ar-EG" sz="4800" b="1">
                <a:cs typeface="Times New Roman" panose="02020603050405020304" pitchFamily="18" charset="0"/>
              </a:rPr>
              <a:t> </a:t>
            </a:r>
            <a:r>
              <a:rPr lang="ar-SA" altLang="ar-EG" sz="4800" b="1">
                <a:cs typeface="Times New Roman" panose="02020603050405020304" pitchFamily="18" charset="0"/>
              </a:rPr>
              <a:t>اسألوا السلام لأورشليم والخصبَ لمحبيك. ليكن السلام في حصنك والخصب في أبراجك الرصينة. من أجل اخوتي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375350A2-F386-46A7-B677-FF3875A401F8}"/>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وأقربائي تكلمت من أجلك بالسلام، ومن أجل بيت الرب إلهنا التمست لك الخيرات</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20483" name="TextBox 3">
            <a:extLst>
              <a:ext uri="{FF2B5EF4-FFF2-40B4-BE49-F238E27FC236}">
                <a16:creationId xmlns:a16="http://schemas.microsoft.com/office/drawing/2014/main" id="{3BC5A4BC-6A2E-4892-BA33-392B6D9F95B1}"/>
              </a:ext>
            </a:extLst>
          </p:cNvPr>
          <p:cNvSpPr txBox="1">
            <a:spLocks noChangeArrowheads="1"/>
          </p:cNvSpPr>
          <p:nvPr/>
        </p:nvSpPr>
        <p:spPr bwMode="auto">
          <a:xfrm>
            <a:off x="0" y="160813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07847176-2F86-44D5-9B6C-CA625CF61A1E}"/>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الغروب</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3BDFADA4-A3A6-4BD5-839D-7CCA622BF4B7}"/>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الغروب</a:t>
            </a:r>
            <a:endParaRPr lang="en-US" sz="4000" b="1" dirty="0">
              <a:solidFill>
                <a:schemeClr val="bg1"/>
              </a:solidFill>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32E8B0DE-ADF7-496C-BDEE-54F9C320B11B}"/>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(6) المزمور المائة والثاني والعشرون</a:t>
            </a:r>
            <a:endParaRPr lang="en-US" altLang="ar-EG" sz="4800"/>
          </a:p>
        </p:txBody>
      </p:sp>
      <p:sp>
        <p:nvSpPr>
          <p:cNvPr id="21507" name="Content Placeholder 2">
            <a:extLst>
              <a:ext uri="{FF2B5EF4-FFF2-40B4-BE49-F238E27FC236}">
                <a16:creationId xmlns:a16="http://schemas.microsoft.com/office/drawing/2014/main" id="{29F7F196-59D6-40A7-8FDB-49A82B2E9CFA}"/>
              </a:ext>
            </a:extLst>
          </p:cNvPr>
          <p:cNvSpPr>
            <a:spLocks noGrp="1"/>
          </p:cNvSpPr>
          <p:nvPr>
            <p:ph idx="4294967295"/>
          </p:nvPr>
        </p:nvSpPr>
        <p:spPr bwMode="auto">
          <a:xfrm>
            <a:off x="0" y="762000"/>
            <a:ext cx="9144000" cy="5262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إليك رفعت عينيّ يا ساكن السماء. فها هما مثل عيون العبيد إلى أيدي مواليهم، ومثل عيني الأمة إلى يدي سيدتها. كذلك أعيننا نحو الرب إلهنا حتى يتراءف علينا. ارحمنا يا رب ارحمنا، فإننا كثيرا ما امتلأنا هوانا، وكثيرا ما امتلأت نفوسنا العار اردده على المخصبين والهوان على المتعظمين</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21508" name="TextBox 3">
            <a:extLst>
              <a:ext uri="{FF2B5EF4-FFF2-40B4-BE49-F238E27FC236}">
                <a16:creationId xmlns:a16="http://schemas.microsoft.com/office/drawing/2014/main" id="{F76C39ED-AD2F-429B-A12F-9643CD4FBDEA}"/>
              </a:ext>
            </a:extLst>
          </p:cNvPr>
          <p:cNvSpPr txBox="1">
            <a:spLocks noChangeArrowheads="1"/>
          </p:cNvSpPr>
          <p:nvPr/>
        </p:nvSpPr>
        <p:spPr bwMode="auto">
          <a:xfrm>
            <a:off x="0" y="51943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7" name="Rectangle 6">
            <a:hlinkClick r:id="rId2" action="ppaction://hlinksldjump"/>
            <a:extLst>
              <a:ext uri="{FF2B5EF4-FFF2-40B4-BE49-F238E27FC236}">
                <a16:creationId xmlns:a16="http://schemas.microsoft.com/office/drawing/2014/main" id="{8C010A4A-EB11-4465-A876-20FDE01ADE26}"/>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الغروب</a:t>
            </a:r>
            <a:endParaRPr lang="en-US" sz="4000" b="1" dirty="0">
              <a:solidFill>
                <a:schemeClr val="bg1"/>
              </a:solidFill>
            </a:endParaRPr>
          </a:p>
        </p:txBody>
      </p:sp>
      <p:sp>
        <p:nvSpPr>
          <p:cNvPr id="8" name="Rectangle 7">
            <a:hlinkClick r:id="rId3" action="ppaction://hlinksldjump"/>
            <a:extLst>
              <a:ext uri="{FF2B5EF4-FFF2-40B4-BE49-F238E27FC236}">
                <a16:creationId xmlns:a16="http://schemas.microsoft.com/office/drawing/2014/main" id="{B819A3B9-E539-4DBD-82AA-D246C5AEF0C5}"/>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الغروب</a:t>
            </a:r>
            <a:endParaRPr lang="en-US" sz="4000" b="1" dirty="0">
              <a:solidFill>
                <a:schemeClr val="bg1"/>
              </a:solidFill>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B74BE87D-AFC7-4C8A-9C01-FAF0999FDD01}"/>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(7) المزمور المائة والثالث والعشرون</a:t>
            </a:r>
            <a:endParaRPr lang="en-US" altLang="ar-EG" sz="4800"/>
          </a:p>
        </p:txBody>
      </p:sp>
      <p:sp>
        <p:nvSpPr>
          <p:cNvPr id="22531" name="Content Placeholder 2">
            <a:extLst>
              <a:ext uri="{FF2B5EF4-FFF2-40B4-BE49-F238E27FC236}">
                <a16:creationId xmlns:a16="http://schemas.microsoft.com/office/drawing/2014/main" id="{8ECAE0C9-350B-441E-8DBD-DEA4AB6E5383}"/>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لولا أن الربَّ كان معنا ـ ليقل إسرائيل ـ لولا أن الرب كان معنا عندما قام الناس علينا، لابتلعونا ونحن أحياء، عند سخط غضبهم علينا. إذا لغرقنا في الماء وعبرت نفوسنا السيل، بل جازت نفوسنا الماء الذي لا نهاية له. مبارك الرب الذي لم يسلمنا فريسة لأسنانهم. نجت أنفسنا مثل العصفور من فخ الصيادين، الفخ انكسر ونحن نجونا، عوننا</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a:extLst>
              <a:ext uri="{FF2B5EF4-FFF2-40B4-BE49-F238E27FC236}">
                <a16:creationId xmlns:a16="http://schemas.microsoft.com/office/drawing/2014/main" id="{E06612F8-5D52-465B-A00F-C1345018976D}"/>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باسم الرب الذي صنع السماء والأرض</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23555" name="TextBox 3">
            <a:extLst>
              <a:ext uri="{FF2B5EF4-FFF2-40B4-BE49-F238E27FC236}">
                <a16:creationId xmlns:a16="http://schemas.microsoft.com/office/drawing/2014/main" id="{05DDB672-AF2B-46A7-90AB-9B53B61564DE}"/>
              </a:ext>
            </a:extLst>
          </p:cNvPr>
          <p:cNvSpPr txBox="1">
            <a:spLocks noChangeArrowheads="1"/>
          </p:cNvSpPr>
          <p:nvPr/>
        </p:nvSpPr>
        <p:spPr bwMode="auto">
          <a:xfrm>
            <a:off x="0" y="8255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0639CE78-B526-4AF7-A6D2-19EC84BA7065}"/>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الغروب</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96C42453-E7EF-41CD-8750-862D72183AE4}"/>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الغروب</a:t>
            </a:r>
            <a:endParaRPr lang="en-US" sz="4000" b="1" dirty="0">
              <a:solidFill>
                <a:schemeClr val="bg1"/>
              </a:solidFill>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E829F74F-FE83-4147-B0CF-097F7701C804}"/>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(8) المزمور المائة والرابع والعشرون</a:t>
            </a:r>
            <a:endParaRPr lang="en-US" altLang="ar-EG" sz="4800"/>
          </a:p>
        </p:txBody>
      </p:sp>
      <p:sp>
        <p:nvSpPr>
          <p:cNvPr id="24579" name="Content Placeholder 2">
            <a:extLst>
              <a:ext uri="{FF2B5EF4-FFF2-40B4-BE49-F238E27FC236}">
                <a16:creationId xmlns:a16="http://schemas.microsoft.com/office/drawing/2014/main" id="{EA93FC18-6D51-473C-A108-24782D856098}"/>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المتوكلون على الرب مثل جبل صهيون لا يتزعزع إلى الأبد، الساكن في أورشليم. الجبال حولها، والرب حول شعبه من الآن والى الأبد. الرب لا يترك عصا الخطاة تستقر على نصيب الصديقين، لكي لا يمد الصديقون أيديهم إلى الإثم. أحسن يا رب إلى الصالحين والى المستقيمي القلوب. أما الذين يميلون إلى العثرات فينزعهم الرب مع فعلة الإثم. والسلام</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a:extLst>
              <a:ext uri="{FF2B5EF4-FFF2-40B4-BE49-F238E27FC236}">
                <a16:creationId xmlns:a16="http://schemas.microsoft.com/office/drawing/2014/main" id="{EF1D6F23-AFD5-4F92-A18C-90003F8C7080}"/>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على إسرائيل</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25603" name="TextBox 3">
            <a:extLst>
              <a:ext uri="{FF2B5EF4-FFF2-40B4-BE49-F238E27FC236}">
                <a16:creationId xmlns:a16="http://schemas.microsoft.com/office/drawing/2014/main" id="{FDB1AF5F-2EF0-4831-9EA4-C4EF52151A87}"/>
              </a:ext>
            </a:extLst>
          </p:cNvPr>
          <p:cNvSpPr txBox="1">
            <a:spLocks noChangeArrowheads="1"/>
          </p:cNvSpPr>
          <p:nvPr/>
        </p:nvSpPr>
        <p:spPr bwMode="auto">
          <a:xfrm>
            <a:off x="0" y="8255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1D75D84B-D705-4DEB-8DF3-8FC85EF50E97}"/>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الغروب</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DB7F14D6-3F45-4C02-86A9-A8665C9277A1}"/>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الغروب</a:t>
            </a:r>
            <a:endParaRPr lang="en-US" sz="4000" b="1" dirty="0">
              <a:solidFill>
                <a:schemeClr val="bg1"/>
              </a:solidFill>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9F1427DB-AFC6-4E36-B096-5F49D28CAB34}"/>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(9) المزمور المائة والخامس والعشرون</a:t>
            </a:r>
            <a:endParaRPr lang="en-US" altLang="ar-EG" sz="4800"/>
          </a:p>
        </p:txBody>
      </p:sp>
      <p:sp>
        <p:nvSpPr>
          <p:cNvPr id="26627" name="Content Placeholder 2">
            <a:extLst>
              <a:ext uri="{FF2B5EF4-FFF2-40B4-BE49-F238E27FC236}">
                <a16:creationId xmlns:a16="http://schemas.microsoft.com/office/drawing/2014/main" id="{1FA61116-72A6-4976-AE96-7EEA47EE83E5}"/>
              </a:ext>
            </a:extLst>
          </p:cNvPr>
          <p:cNvSpPr>
            <a:spLocks noGrp="1"/>
          </p:cNvSpPr>
          <p:nvPr>
            <p:ph idx="4294967295"/>
          </p:nvPr>
        </p:nvSpPr>
        <p:spPr bwMode="auto">
          <a:xfrm>
            <a:off x="0" y="76200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إذا ما رد الرب سبي صهيون صرنا فرحين. حينئذ امتلأ فمنا فرحا ولساننا تهليلا. حينئذ يقال في الأمم إن الرب قد عظم الصنيع معهم. عظم الرب الصنيع معنا فصرنا فرحين. اردد يا رب سبينا مثل السيول في الجنوب. الذين يزرعون بالدموع يحصدون بالابتهاج. سيرا كانوا يسيرون وهم باكون حاملين بذارهم، </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a:extLst>
              <a:ext uri="{FF2B5EF4-FFF2-40B4-BE49-F238E27FC236}">
                <a16:creationId xmlns:a16="http://schemas.microsoft.com/office/drawing/2014/main" id="{80F5CB09-4707-4142-9895-65C6DA82559D}"/>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ويعودون بالفرح حاملين أغمارهم</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27651" name="TextBox 3">
            <a:extLst>
              <a:ext uri="{FF2B5EF4-FFF2-40B4-BE49-F238E27FC236}">
                <a16:creationId xmlns:a16="http://schemas.microsoft.com/office/drawing/2014/main" id="{5F7C47F1-9B6B-41DB-8F07-4D0E194DD970}"/>
              </a:ext>
            </a:extLst>
          </p:cNvPr>
          <p:cNvSpPr txBox="1">
            <a:spLocks noChangeArrowheads="1"/>
          </p:cNvSpPr>
          <p:nvPr/>
        </p:nvSpPr>
        <p:spPr bwMode="auto">
          <a:xfrm>
            <a:off x="0" y="8255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78CC14A7-DCEE-4BB0-9B45-0F029C84AD4D}"/>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الغروب</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99B95D74-5BF7-418D-ADB8-A419C68616BF}"/>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الغروب</a:t>
            </a:r>
            <a:endParaRPr lang="en-US" sz="4000" b="1" dirty="0">
              <a:solidFill>
                <a:schemeClr val="bg1"/>
              </a:solidFill>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B9874A7A-3F86-4AB9-9594-56D4C1ED1FCB}"/>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(10) المزمور المائة والسادس والعشرون</a:t>
            </a:r>
            <a:endParaRPr lang="en-US" altLang="ar-EG" sz="4800"/>
          </a:p>
        </p:txBody>
      </p:sp>
      <p:sp>
        <p:nvSpPr>
          <p:cNvPr id="28675" name="Content Placeholder 2">
            <a:extLst>
              <a:ext uri="{FF2B5EF4-FFF2-40B4-BE49-F238E27FC236}">
                <a16:creationId xmlns:a16="http://schemas.microsoft.com/office/drawing/2014/main" id="{10FD7330-D13D-4F3A-9AA3-8B52D2E76637}"/>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إن لم يبن الرب البيتَ فباطلا تعب البناءون، وإن لم يحرس الرب المدينة فباطلا سهر الحراس. باطل هو لكم التبكير. انهضوا من بعد جلوسكم يا آكلي الخبز بالهموم، فإنه يمنح أحباءه نوما.</a:t>
            </a:r>
            <a:r>
              <a:rPr lang="ar-EG" altLang="ar-EG" sz="4800" b="1">
                <a:cs typeface="Times New Roman" panose="02020603050405020304" pitchFamily="18" charset="0"/>
              </a:rPr>
              <a:t> </a:t>
            </a:r>
            <a:r>
              <a:rPr lang="ar-SA" altLang="ar-EG" sz="4800" b="1">
                <a:cs typeface="Times New Roman" panose="02020603050405020304" pitchFamily="18" charset="0"/>
              </a:rPr>
              <a:t>البنون ميراث من الرب أجرة ثمرة البطن. كالسهام بيد القوي كذلك أبناء المتيقظين. مغبوط هو الرجل الذي يملا جعبته منهم. حينئذ لا يخزون إذا كلموا أعداءهم في</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a:extLst>
              <a:ext uri="{FF2B5EF4-FFF2-40B4-BE49-F238E27FC236}">
                <a16:creationId xmlns:a16="http://schemas.microsoft.com/office/drawing/2014/main" id="{F4F876C1-B9F6-4E94-8903-6E73ABC9745D}"/>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الأبواب</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29699" name="TextBox 3">
            <a:extLst>
              <a:ext uri="{FF2B5EF4-FFF2-40B4-BE49-F238E27FC236}">
                <a16:creationId xmlns:a16="http://schemas.microsoft.com/office/drawing/2014/main" id="{776AF481-75CB-4F24-AF34-4B08F3A1A73B}"/>
              </a:ext>
            </a:extLst>
          </p:cNvPr>
          <p:cNvSpPr txBox="1">
            <a:spLocks noChangeArrowheads="1"/>
          </p:cNvSpPr>
          <p:nvPr/>
        </p:nvSpPr>
        <p:spPr bwMode="auto">
          <a:xfrm>
            <a:off x="0" y="8255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2C4866E1-412A-4174-AD0E-BFAE9AAAA714}"/>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الغروب</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2C378D16-8444-4763-85A5-CA8994FD3A38}"/>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الغروب</a:t>
            </a:r>
            <a:endParaRPr lang="en-US" sz="4000" b="1" dirty="0">
              <a:solidFill>
                <a:schemeClr val="bg1"/>
              </a:solidFill>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9031DC0B-6B67-4FED-954E-AB24C5BC4AF5}"/>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(11) المزمور المائة والسابع والعشرون</a:t>
            </a:r>
            <a:endParaRPr lang="en-US" altLang="ar-EG" sz="4800"/>
          </a:p>
        </p:txBody>
      </p:sp>
      <p:sp>
        <p:nvSpPr>
          <p:cNvPr id="30723" name="Content Placeholder 2">
            <a:extLst>
              <a:ext uri="{FF2B5EF4-FFF2-40B4-BE49-F238E27FC236}">
                <a16:creationId xmlns:a16="http://schemas.microsoft.com/office/drawing/2014/main" id="{50238A94-78B9-4478-BAA7-B82748BE081C}"/>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طوبى لجميع الذين يتقون الرب السالكين في طرقه. تأكل من ثمرة أتعابك تصير مغبوطا ويكون لك الخير. امرأتك تصير مثلَ كرمة مخصبة في جوانب بيتك. بنوك مثل غروس الزيتون الجدد حول مائدتك. هكذا يُبارَك الإنسان المتقي الربَّ. يباركك الرب من صهيون، وتبصر خيرات أورشليم جميع أيام حياتك، وترى بني بنيك، والسلام على</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a:extLst>
              <a:ext uri="{FF2B5EF4-FFF2-40B4-BE49-F238E27FC236}">
                <a16:creationId xmlns:a16="http://schemas.microsoft.com/office/drawing/2014/main" id="{15EE0429-1A07-4C1D-9B82-8A72CFD55AF9}"/>
              </a:ext>
            </a:extLst>
          </p:cNvPr>
          <p:cNvSpPr>
            <a:spLocks noGrp="1"/>
          </p:cNvSpPr>
          <p:nvPr>
            <p:ph idx="4294967295"/>
          </p:nvPr>
        </p:nvSpPr>
        <p:spPr bwMode="auto">
          <a:xfrm>
            <a:off x="0" y="0"/>
            <a:ext cx="9144000" cy="830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إسرائيل. </a:t>
            </a:r>
          </a:p>
        </p:txBody>
      </p:sp>
      <p:sp>
        <p:nvSpPr>
          <p:cNvPr id="31747" name="TextBox 3">
            <a:extLst>
              <a:ext uri="{FF2B5EF4-FFF2-40B4-BE49-F238E27FC236}">
                <a16:creationId xmlns:a16="http://schemas.microsoft.com/office/drawing/2014/main" id="{C223D94D-9845-4627-861B-E0775E105313}"/>
              </a:ext>
            </a:extLst>
          </p:cNvPr>
          <p:cNvSpPr txBox="1">
            <a:spLocks noChangeArrowheads="1"/>
          </p:cNvSpPr>
          <p:nvPr/>
        </p:nvSpPr>
        <p:spPr bwMode="auto">
          <a:xfrm>
            <a:off x="0" y="825500"/>
            <a:ext cx="1828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9659D25F-F61C-4D4B-9627-5E0DA74D39AE}"/>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الغروب</a:t>
            </a:r>
            <a:endParaRPr lang="en-US" sz="4000" b="1" dirty="0">
              <a:solidFill>
                <a:schemeClr val="bg1"/>
              </a:solidFill>
            </a:endParaRPr>
          </a:p>
        </p:txBody>
      </p:sp>
      <p:sp>
        <p:nvSpPr>
          <p:cNvPr id="7" name="Rectangle 6">
            <a:hlinkClick r:id="rId3" action="ppaction://hlinksldjump"/>
            <a:extLst>
              <a:ext uri="{FF2B5EF4-FFF2-40B4-BE49-F238E27FC236}">
                <a16:creationId xmlns:a16="http://schemas.microsoft.com/office/drawing/2014/main" id="{B18454F0-2412-4647-A53F-501FB1FE7F11}"/>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الغروب</a:t>
            </a:r>
            <a:endParaRPr lang="en-US" sz="4000" b="1" dirty="0">
              <a:solidFill>
                <a:schemeClr val="bg1"/>
              </a:solidFill>
            </a:endParaRP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861C0DD6-CF61-4A5E-ACD8-85686B1F703E}"/>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SA" altLang="ar-EG" sz="4800"/>
              <a:t>(12) المزمور المائة والثامن والعشرون </a:t>
            </a:r>
            <a:endParaRPr lang="en-US" altLang="ar-EG" sz="4800"/>
          </a:p>
        </p:txBody>
      </p:sp>
      <p:sp>
        <p:nvSpPr>
          <p:cNvPr id="32771" name="Content Placeholder 2">
            <a:extLst>
              <a:ext uri="{FF2B5EF4-FFF2-40B4-BE49-F238E27FC236}">
                <a16:creationId xmlns:a16="http://schemas.microsoft.com/office/drawing/2014/main" id="{F0478057-837F-4DAC-B2E8-4A05F66F5078}"/>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مرارا كثيرة حاربوني منذ صباي</a:t>
            </a:r>
            <a:r>
              <a:rPr lang="ar-EG" altLang="ar-EG" sz="4800" b="1">
                <a:cs typeface="Times New Roman" panose="02020603050405020304" pitchFamily="18" charset="0"/>
              </a:rPr>
              <a:t> - </a:t>
            </a:r>
            <a:r>
              <a:rPr lang="ar-SA" altLang="ar-EG" sz="4800" b="1">
                <a:cs typeface="Times New Roman" panose="02020603050405020304" pitchFamily="18" charset="0"/>
              </a:rPr>
              <a:t>ليقل إسرائيل</a:t>
            </a:r>
            <a:r>
              <a:rPr lang="ar-EG" altLang="ar-EG" sz="4800" b="1">
                <a:cs typeface="Times New Roman" panose="02020603050405020304" pitchFamily="18" charset="0"/>
              </a:rPr>
              <a:t> </a:t>
            </a:r>
            <a:r>
              <a:rPr lang="ar-SA" altLang="ar-EG" sz="4800" b="1">
                <a:cs typeface="Times New Roman" panose="02020603050405020304" pitchFamily="18" charset="0"/>
              </a:rPr>
              <a:t>ـ مرارا كثيرة قاتلوني منذ شبابي، وإنهم لم يقدروا علي. على ظهري جلدني الخطاة وأطالوا إثمهم. الرب صدّيق هو، يقطع أعناق الخطاة. فليخز وليرتد إلى الوراء كل الذين يبغضون صهيون، وليكونوا مثل عشب السطوح الذي ييبَس قبل أن يقطع، الذي لم يملأ الحاصد منه يده، ولا الذي يجمع الغمورَ</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a:extLst>
              <a:ext uri="{FF2B5EF4-FFF2-40B4-BE49-F238E27FC236}">
                <a16:creationId xmlns:a16="http://schemas.microsoft.com/office/drawing/2014/main" id="{5F4DC2B9-0740-43E5-9F54-2AE5E87B4D7E}"/>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حضنه. ولم يقلْ المجتازون إن بركة الرب عليكم. باركناكم باسم الرب</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33795" name="TextBox 3">
            <a:extLst>
              <a:ext uri="{FF2B5EF4-FFF2-40B4-BE49-F238E27FC236}">
                <a16:creationId xmlns:a16="http://schemas.microsoft.com/office/drawing/2014/main" id="{1511B50B-8EC2-40F6-B7DB-08B47AC7A6D2}"/>
              </a:ext>
            </a:extLst>
          </p:cNvPr>
          <p:cNvSpPr txBox="1">
            <a:spLocks noChangeArrowheads="1"/>
          </p:cNvSpPr>
          <p:nvPr/>
        </p:nvSpPr>
        <p:spPr bwMode="auto">
          <a:xfrm>
            <a:off x="0" y="1570038"/>
            <a:ext cx="1828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 هلليلويا</a:t>
            </a:r>
            <a:endParaRPr lang="en-US" altLang="ar-EG" sz="4800" b="1" i="1">
              <a:solidFill>
                <a:srgbClr val="FFC000"/>
              </a:solidFill>
              <a:cs typeface="Times New Roman" panose="02020603050405020304" pitchFamily="18" charset="0"/>
            </a:endParaRPr>
          </a:p>
        </p:txBody>
      </p:sp>
      <p:sp>
        <p:nvSpPr>
          <p:cNvPr id="6" name="Rectangle 5">
            <a:hlinkClick r:id="rId2" action="ppaction://hlinksldjump"/>
            <a:extLst>
              <a:ext uri="{FF2B5EF4-FFF2-40B4-BE49-F238E27FC236}">
                <a16:creationId xmlns:a16="http://schemas.microsoft.com/office/drawing/2014/main" id="{9A0A2541-40DB-44CE-99FB-BADE87E38BF7}"/>
              </a:ext>
            </a:extLst>
          </p:cNvPr>
          <p:cNvSpPr/>
          <p:nvPr/>
        </p:nvSpPr>
        <p:spPr>
          <a:xfrm flipH="1">
            <a:off x="76200" y="6093976"/>
            <a:ext cx="26670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إنجيل الغروب</a:t>
            </a:r>
            <a:endParaRPr lang="en-US" sz="4000" b="1" dirty="0">
              <a:solidFill>
                <a:schemeClr val="bg1"/>
              </a:solidFill>
            </a:endParaRPr>
          </a:p>
        </p:txBody>
      </p:sp>
      <p:sp>
        <p:nvSpPr>
          <p:cNvPr id="8" name="Rectangle 7">
            <a:hlinkClick r:id="rId3" action="ppaction://hlinksldjump"/>
            <a:extLst>
              <a:ext uri="{FF2B5EF4-FFF2-40B4-BE49-F238E27FC236}">
                <a16:creationId xmlns:a16="http://schemas.microsoft.com/office/drawing/2014/main" id="{0836547D-7663-48AC-AC23-FDF4A87D9A3F}"/>
              </a:ext>
            </a:extLst>
          </p:cNvPr>
          <p:cNvSpPr/>
          <p:nvPr/>
        </p:nvSpPr>
        <p:spPr>
          <a:xfrm flipH="1">
            <a:off x="6172200" y="6093976"/>
            <a:ext cx="2895600" cy="687824"/>
          </a:xfrm>
          <a:prstGeom prst="rect">
            <a:avLst/>
          </a:prstGeom>
          <a:solidFill>
            <a:schemeClr val="tx1"/>
          </a:solidFill>
          <a:ln w="38100">
            <a:solidFill>
              <a:srgbClr val="FFC000"/>
            </a:solidFill>
          </a:ln>
        </p:spPr>
        <p:style>
          <a:lnRef idx="0">
            <a:schemeClr val="accent2"/>
          </a:lnRef>
          <a:fillRef idx="3">
            <a:schemeClr val="accent2"/>
          </a:fillRef>
          <a:effectRef idx="3">
            <a:schemeClr val="accent2"/>
          </a:effectRef>
          <a:fontRef idx="minor">
            <a:schemeClr val="lt1"/>
          </a:fontRef>
        </p:style>
        <p:txBody>
          <a:bodyPr anchor="ctr"/>
          <a:lstStyle/>
          <a:p>
            <a:pPr algn="ctr" rtl="1" eaLnBrk="1" fontAlgn="auto" hangingPunct="1">
              <a:spcBef>
                <a:spcPts val="0"/>
              </a:spcBef>
              <a:spcAft>
                <a:spcPts val="0"/>
              </a:spcAft>
              <a:defRPr/>
            </a:pPr>
            <a:r>
              <a:rPr lang="ar-EG" sz="4000" b="1" dirty="0">
                <a:solidFill>
                  <a:srgbClr val="FFC000"/>
                </a:solidFill>
                <a:cs typeface="Times New Roman" pitchFamily="18" charset="0"/>
              </a:rPr>
              <a:t>مزامير الغروب</a:t>
            </a:r>
            <a:endParaRPr lang="en-US" sz="4000" b="1" dirty="0">
              <a:solidFill>
                <a:schemeClr val="bg1"/>
              </a:solidFill>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4A85DD6E-EC9F-4368-A397-BAD78E88BFB5}"/>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إنجيل الغروب </a:t>
            </a:r>
            <a:r>
              <a:rPr lang="ar-SA" altLang="ar-EG" sz="4800"/>
              <a:t>(إنجيل لوقا</a:t>
            </a:r>
            <a:r>
              <a:rPr lang="ar-EG" altLang="ar-EG" sz="4800"/>
              <a:t> </a:t>
            </a:r>
            <a:r>
              <a:rPr lang="ar-SA" altLang="ar-EG" sz="4800"/>
              <a:t>4: 38-41)</a:t>
            </a:r>
            <a:endParaRPr lang="en-US" altLang="ar-EG" sz="4800"/>
          </a:p>
        </p:txBody>
      </p:sp>
      <p:sp>
        <p:nvSpPr>
          <p:cNvPr id="34819" name="Content Placeholder 2">
            <a:extLst>
              <a:ext uri="{FF2B5EF4-FFF2-40B4-BE49-F238E27FC236}">
                <a16:creationId xmlns:a16="http://schemas.microsoft.com/office/drawing/2014/main" id="{BFEC509B-8325-4D02-A765-D3BF43612D76}"/>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ولما قام من المجمع دخل بيت سمعان. وكانت حماة سمعان بحمَّى شديدة. فسألوه من أجلها. فوقف فوقا منها وانتهر الحمى، فتركتها وفي الحال قامت وخدمتهم. وعند غروب الشمس كان كل الذين عندهم مرضى بأنواع أمراض كثيرة يقدمونهم إليه. أما هو فكان يضع يديه على كل واحد منهم فيشفيهم. وكانت الشياطين تخرج من كثيرين وهي تصرخ وتقول: أنت هو</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a:extLst>
              <a:ext uri="{FF2B5EF4-FFF2-40B4-BE49-F238E27FC236}">
                <a16:creationId xmlns:a16="http://schemas.microsoft.com/office/drawing/2014/main" id="{712D4289-9B8A-4E24-9B4A-6CE3C34CCE9E}"/>
              </a:ext>
            </a:extLst>
          </p:cNvPr>
          <p:cNvSpPr>
            <a:spLocks noGrp="1"/>
          </p:cNvSpPr>
          <p:nvPr>
            <p:ph idx="4294967295"/>
          </p:nvPr>
        </p:nvSpPr>
        <p:spPr bwMode="auto">
          <a:xfrm>
            <a:off x="0" y="0"/>
            <a:ext cx="9144000" cy="1570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 المسيح ابن الله. فكان ينتهرهم ولا يدَعهم ينطقون، لأنهم كانوا قد عرفوه أنه هو المسيح</a:t>
            </a:r>
            <a:r>
              <a:rPr lang="ar-EG" altLang="ar-EG" sz="4800" b="1">
                <a:cs typeface="Times New Roman" panose="02020603050405020304" pitchFamily="18" charset="0"/>
              </a:rPr>
              <a:t>.</a:t>
            </a:r>
            <a:endParaRPr lang="ar-SA" altLang="ar-EG" sz="4800" b="1">
              <a:cs typeface="Times New Roman" panose="02020603050405020304" pitchFamily="18" charset="0"/>
            </a:endParaRPr>
          </a:p>
        </p:txBody>
      </p:sp>
      <p:sp>
        <p:nvSpPr>
          <p:cNvPr id="35843" name="TextBox 3">
            <a:extLst>
              <a:ext uri="{FF2B5EF4-FFF2-40B4-BE49-F238E27FC236}">
                <a16:creationId xmlns:a16="http://schemas.microsoft.com/office/drawing/2014/main" id="{A943B91D-411D-4F39-A555-6B199FAD3DE0}"/>
              </a:ext>
            </a:extLst>
          </p:cNvPr>
          <p:cNvSpPr txBox="1">
            <a:spLocks noChangeArrowheads="1"/>
          </p:cNvSpPr>
          <p:nvPr/>
        </p:nvSpPr>
        <p:spPr bwMode="auto">
          <a:xfrm>
            <a:off x="0" y="1676400"/>
            <a:ext cx="3429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rtl="1" eaLnBrk="1" hangingPunct="1"/>
            <a:r>
              <a:rPr lang="ar-EG" altLang="ar-EG" sz="4800" b="1" i="1">
                <a:solidFill>
                  <a:srgbClr val="FFC000"/>
                </a:solidFill>
                <a:cs typeface="Times New Roman" panose="02020603050405020304" pitchFamily="18" charset="0"/>
              </a:rPr>
              <a:t>والمجد للـه دائمًا</a:t>
            </a:r>
            <a:endParaRPr lang="en-US" altLang="ar-EG" sz="4800" b="1" i="1">
              <a:solidFill>
                <a:srgbClr val="FFC000"/>
              </a:solidFill>
              <a:cs typeface="Times New Roman" panose="02020603050405020304" pitchFamily="18" charset="0"/>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9F5F7CA0-DA30-42BB-B665-8F5C9D9324DA}"/>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قطع الغروب</a:t>
            </a:r>
            <a:endParaRPr lang="en-US" altLang="ar-EG" sz="4800"/>
          </a:p>
        </p:txBody>
      </p:sp>
      <p:sp>
        <p:nvSpPr>
          <p:cNvPr id="36867" name="Content Placeholder 2">
            <a:extLst>
              <a:ext uri="{FF2B5EF4-FFF2-40B4-BE49-F238E27FC236}">
                <a16:creationId xmlns:a16="http://schemas.microsoft.com/office/drawing/2014/main" id="{19B3BC3D-67E0-413D-979F-E3D86877C0BD}"/>
              </a:ext>
            </a:extLst>
          </p:cNvPr>
          <p:cNvSpPr>
            <a:spLocks noGrp="1"/>
          </p:cNvSpPr>
          <p:nvPr>
            <p:ph idx="4294967295"/>
          </p:nvPr>
        </p:nvSpPr>
        <p:spPr bwMode="auto">
          <a:xfrm>
            <a:off x="0" y="76200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إذا كان الصديق بالجهد يخلص فأين أظهر أنا الخاطئ. ثقل النهار وحره لم أحتمل لضعف بشريتي. لكن أنت يا الله الرحوم احسبني مع أصحاب الساعة الحادية عشر. لأني هاأنذا بالآثام حبل بي وبالخطايا ولدتني أمي. فما أجسر أن أنظر إلى علو السماء، لكني أتكل على غنى رحمتك ومحبتك للبشرية، صارخا قائلا: اللهم اغفر لي أنا الخاطئ وارحمني</a:t>
            </a:r>
            <a:r>
              <a:rPr lang="ar-EG" altLang="ar-EG" sz="4800" b="1">
                <a:cs typeface="Times New Roman" panose="02020603050405020304" pitchFamily="18" charset="0"/>
              </a:rPr>
              <a:t>. </a:t>
            </a: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a:extLst>
              <a:ext uri="{FF2B5EF4-FFF2-40B4-BE49-F238E27FC236}">
                <a16:creationId xmlns:a16="http://schemas.microsoft.com/office/drawing/2014/main" id="{B3191C5B-F05A-4869-8D48-0EC84EA4692E}"/>
              </a:ext>
            </a:extLst>
          </p:cNvPr>
          <p:cNvSpPr>
            <a:spLocks noGrp="1"/>
          </p:cNvSpPr>
          <p:nvPr>
            <p:ph idx="4294967295"/>
          </p:nvPr>
        </p:nvSpPr>
        <p:spPr bwMode="auto">
          <a:xfrm>
            <a:off x="0" y="0"/>
            <a:ext cx="9144000" cy="60023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أسرع لي يا مخلص بفتح الأحضان الأبوية. لأني أفنيت عمري في اللذات والشهوات، وقد مضى منى النهار وفات، فالآن اتكل على غنى رأفتك التي لا تفرغ. فلا تتخل عن قلبٍ خاشع مفتقر لرحمتك. لأني إليك أصرخ يا رب بتخشع: أخطأت يا أبتاه إلى السماء وقدامك ولست مستحقا أن أدعَى لك ابنا، بل اجعلني كأحد أجرائك</a:t>
            </a:r>
            <a:r>
              <a:rPr lang="ar-EG" altLang="ar-EG" sz="4800" b="1">
                <a:cs typeface="Times New Roman" panose="02020603050405020304" pitchFamily="18" charset="0"/>
              </a:rPr>
              <a:t>.</a:t>
            </a:r>
            <a:r>
              <a:rPr lang="ar-SA" altLang="ar-EG" sz="4800" b="1">
                <a:cs typeface="Times New Roman" panose="02020603050405020304" pitchFamily="18" charset="0"/>
              </a:rPr>
              <a:t> </a:t>
            </a:r>
            <a:r>
              <a:rPr lang="ar-SA" altLang="ar-EG" sz="4800" b="1">
                <a:solidFill>
                  <a:srgbClr val="FFC000"/>
                </a:solidFill>
                <a:cs typeface="Times New Roman" panose="02020603050405020304" pitchFamily="18" charset="0"/>
              </a:rPr>
              <a:t>(كى نين.. )</a:t>
            </a: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2">
            <a:extLst>
              <a:ext uri="{FF2B5EF4-FFF2-40B4-BE49-F238E27FC236}">
                <a16:creationId xmlns:a16="http://schemas.microsoft.com/office/drawing/2014/main" id="{4C217D69-581C-48B9-B9FF-86598786B057}"/>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en-US" altLang="ar-EG" sz="4800" b="1">
                <a:solidFill>
                  <a:srgbClr val="FFC000"/>
                </a:solidFill>
                <a:latin typeface="Abraam" pitchFamily="2" charset="0"/>
                <a:cs typeface="Times New Roman" panose="02020603050405020304" pitchFamily="18" charset="0"/>
              </a:rPr>
              <a:t>$</a:t>
            </a:r>
            <a:r>
              <a:rPr lang="ar-EG" altLang="ar-EG" sz="4800" b="1">
                <a:solidFill>
                  <a:srgbClr val="FFC000"/>
                </a:solidFill>
                <a:latin typeface="Abraam" pitchFamily="2" charset="0"/>
                <a:cs typeface="Times New Roman" panose="02020603050405020304" pitchFamily="18" charset="0"/>
              </a:rPr>
              <a:t> </a:t>
            </a:r>
            <a:r>
              <a:rPr lang="ar-SA" altLang="ar-EG" sz="4800" b="1">
                <a:cs typeface="Times New Roman" panose="02020603050405020304" pitchFamily="18" charset="0"/>
              </a:rPr>
              <a:t>لكل إثم بحرص ونشاط فعلتُ، ولكل خطيةٍ بشوق واجتهاد ارتكبتُ، ولكل عذابٍ وحكم استوجبتُ. فهيئي لي أسبابَ التوبة أيتها السيدة العذراء. فإليك أتضرع وبك أستشفع، وإياك أدعو أن تساعديني لئلا أخزى. وعند مفارقة نفسي من جسدي احضري عندي، ولمؤامرة الأعداء اهزمي، ولأبواب الجحيم أغلقي. لئلا يبتلعوا نفسي يا عروس بلا عيب للختن الحقيقي.</a:t>
            </a:r>
            <a:endParaRPr lang="ar-SA" altLang="ar-EG" sz="4800" b="1">
              <a:solidFill>
                <a:srgbClr val="FFC000"/>
              </a:solidFill>
              <a:cs typeface="Times New Roman" panose="02020603050405020304" pitchFamily="18" charset="0"/>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9C6F9D52-8527-4849-AB77-8AD1628B2752}"/>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قدوس قدوس قدوس</a:t>
            </a:r>
            <a:endParaRPr lang="en-US" altLang="ar-EG" sz="4800"/>
          </a:p>
        </p:txBody>
      </p:sp>
      <p:sp>
        <p:nvSpPr>
          <p:cNvPr id="39939" name="Content Placeholder 2">
            <a:extLst>
              <a:ext uri="{FF2B5EF4-FFF2-40B4-BE49-F238E27FC236}">
                <a16:creationId xmlns:a16="http://schemas.microsoft.com/office/drawing/2014/main" id="{C12A289D-3C53-4E3B-9AA7-3173A2A0A19D}"/>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قدوس، قدوس، قدوس، رب الصباؤوت. السماء والأرض مملوءتان من مجدك وكرامتك. ارحمنا يا الله الآب ضابط الكل. أيها الثالوث القدوس ارحمنا. أيها الرب إله القوات كن معنا، لأنه ليس لنا معين في شدائدنا وضيقاتنا سواك. حل واغفر واصفح لنا يا الله عن سيئاتنا، التي صنعناها بإرادتنا والتي صنعناها بغير إرادتنا، التي فعلناها بمعرفة</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2">
            <a:extLst>
              <a:ext uri="{FF2B5EF4-FFF2-40B4-BE49-F238E27FC236}">
                <a16:creationId xmlns:a16="http://schemas.microsoft.com/office/drawing/2014/main" id="{9E7EBABF-7D20-4E68-816D-40F9F69CCDB0}"/>
              </a:ext>
            </a:extLst>
          </p:cNvPr>
          <p:cNvSpPr>
            <a:spLocks noGrp="1"/>
          </p:cNvSpPr>
          <p:nvPr>
            <p:ph idx="4294967295"/>
          </p:nvPr>
        </p:nvSpPr>
        <p:spPr bwMode="auto">
          <a:xfrm>
            <a:off x="0" y="0"/>
            <a:ext cx="9144000" cy="3933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والتي فعلناها بغير معرفة، الخفية والظاهرة. يا رب اغفرها لنا، من أجل اسمك القدوس الذي دعي علينا. كرحمتك يا رب وليس كخطايانا.</a:t>
            </a:r>
            <a:endParaRPr lang="ar-EG" altLang="ar-EG" sz="4800" b="1">
              <a:cs typeface="Times New Roman" panose="02020603050405020304" pitchFamily="18" charset="0"/>
            </a:endParaRPr>
          </a:p>
          <a:p>
            <a:pPr marL="0" indent="0" algn="justLow" eaLnBrk="1" hangingPunct="1">
              <a:buFontTx/>
              <a:buNone/>
            </a:pPr>
            <a:r>
              <a:rPr lang="ar-SA" altLang="ar-EG" sz="4800" b="1">
                <a:solidFill>
                  <a:srgbClr val="FFC000"/>
                </a:solidFill>
                <a:cs typeface="Times New Roman" panose="02020603050405020304" pitchFamily="18" charset="0"/>
              </a:rPr>
              <a:t>واجعلنا مستحقين أن نقول بشكر: </a:t>
            </a:r>
            <a:r>
              <a:rPr lang="ar-SA" altLang="ar-EG" sz="4800" b="1">
                <a:cs typeface="Times New Roman" panose="02020603050405020304" pitchFamily="18" charset="0"/>
              </a:rPr>
              <a:t>أبانا الذي في السموات..</a:t>
            </a: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DA99EC5E-E762-418C-B1D6-B17E7850AF06}"/>
              </a:ext>
            </a:extLst>
          </p:cNvPr>
          <p:cNvSpPr>
            <a:spLocks noGrp="1"/>
          </p:cNvSpPr>
          <p:nvPr>
            <p:ph type="title"/>
          </p:nvPr>
        </p:nvSpPr>
        <p:spPr bwMode="auto">
          <a:xfrm>
            <a:off x="0" y="11113"/>
            <a:ext cx="9144000" cy="830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eaLnBrk="1" hangingPunct="1"/>
            <a:r>
              <a:rPr lang="ar-EG" altLang="ar-EG" sz="4800"/>
              <a:t>تحليل الغروب</a:t>
            </a:r>
            <a:endParaRPr lang="en-US" altLang="ar-EG" sz="4800"/>
          </a:p>
        </p:txBody>
      </p:sp>
      <p:sp>
        <p:nvSpPr>
          <p:cNvPr id="41987" name="Content Placeholder 2">
            <a:extLst>
              <a:ext uri="{FF2B5EF4-FFF2-40B4-BE49-F238E27FC236}">
                <a16:creationId xmlns:a16="http://schemas.microsoft.com/office/drawing/2014/main" id="{849BA779-D511-4A5A-85C5-2C723CCBE0E0}"/>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نشكرك يا ملكنا المتحنن لأنك منحتنا أن نعبر هذا اليوم بسلام وأتيت بنا إلى المساء شاكرين، وجعلتنا مستحقين أن ننظر النور إلى المساء. اللهم اقبل تمجيدنا هذا الذي صار الآن. ونجنا من حيل المضاد وأبطل سائر فخاخه المنصوبة لنا. هب لنا في هذه الليلة المقبلة سلامة بغير ألم ولا قلق ولا تعب ولا خيال. لنجتازها أيضا بسلام وعفاف، وننهض للتسابيح والصلوات</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a:extLst>
              <a:ext uri="{FF2B5EF4-FFF2-40B4-BE49-F238E27FC236}">
                <a16:creationId xmlns:a16="http://schemas.microsoft.com/office/drawing/2014/main" id="{F1B6EC80-BCEE-4145-9A01-90510775E2DA}"/>
              </a:ext>
            </a:extLst>
          </p:cNvPr>
          <p:cNvSpPr>
            <a:spLocks noGrp="1"/>
          </p:cNvSpPr>
          <p:nvPr>
            <p:ph idx="4294967295"/>
          </p:nvPr>
        </p:nvSpPr>
        <p:spPr bwMode="auto">
          <a:xfrm>
            <a:off x="0" y="0"/>
            <a:ext cx="9144000" cy="3046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كل حين وفي كل مكان، نمجد اسمك القدوس في كل شيء، مع الآب غير المدرك ولا المبتدئ، والروح القدس المحيي المساوي لك الآن وكل أوان والى دهر الدهور أمين.</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02E9AF92-AE3C-46A0-BB3C-926751474528}"/>
              </a:ext>
            </a:extLst>
          </p:cNvPr>
          <p:cNvSpPr>
            <a:spLocks noGrp="1"/>
          </p:cNvSpPr>
          <p:nvPr>
            <p:ph type="title"/>
          </p:nvPr>
        </p:nvSpPr>
        <p:spPr bwMode="auto">
          <a:xfrm>
            <a:off x="468313" y="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ar-EG" sz="4800"/>
              <a:t>طلبة اخر كل ساعة</a:t>
            </a:r>
          </a:p>
        </p:txBody>
      </p:sp>
      <p:sp>
        <p:nvSpPr>
          <p:cNvPr id="44035" name="Content Placeholder 2">
            <a:extLst>
              <a:ext uri="{FF2B5EF4-FFF2-40B4-BE49-F238E27FC236}">
                <a16:creationId xmlns:a16="http://schemas.microsoft.com/office/drawing/2014/main" id="{BC141994-B582-45F8-85BE-E06BF9183230}"/>
              </a:ext>
            </a:extLst>
          </p:cNvPr>
          <p:cNvSpPr>
            <a:spLocks noGrp="1"/>
          </p:cNvSpPr>
          <p:nvPr>
            <p:ph idx="4294967295"/>
          </p:nvPr>
        </p:nvSpPr>
        <p:spPr bwMode="auto">
          <a:xfrm>
            <a:off x="0" y="76200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ارحمنا يا الله ثم ارحمنا. يا من في كل وقت وكل ساعة، في السماء وعلى الأرض، مسجود له وممجد. المسيح إلهنا الصالح، الطويل الروح، الكثير الرحمة، الجزيل التحنن، الذي يحب الصديقين ويرحم الخطاة الذين أولهم أنا. الذي لا يشاء موت الخاطئ مثل ما يرجع ويحيا. الداعي الكل إلى الخلاص لأجل الموعد بالخيرات المنتظرة. يا رب اقبل منا في هذه</a:t>
            </a:r>
            <a:br>
              <a:rPr lang="ar-EG" altLang="ar-EG" sz="4800" b="1">
                <a:cs typeface="Times New Roman" panose="02020603050405020304" pitchFamily="18" charset="0"/>
              </a:rPr>
            </a:br>
            <a:endParaRPr lang="ar-SA" altLang="ar-EG" sz="4800" b="1">
              <a:cs typeface="Times New Roman" panose="02020603050405020304" pitchFamily="18" charset="0"/>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FB1DD633-7647-4502-8FA7-77A9563C9F83}"/>
              </a:ext>
            </a:extLst>
          </p:cNvPr>
          <p:cNvSpPr>
            <a:spLocks noGrp="1"/>
          </p:cNvSpPr>
          <p:nvPr>
            <p:ph idx="4294967295"/>
          </p:nvPr>
        </p:nvSpPr>
        <p:spPr bwMode="auto">
          <a:xfrm>
            <a:off x="0" y="0"/>
            <a:ext cx="9144000" cy="6740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indent="0" algn="justLow" eaLnBrk="1" hangingPunct="1">
              <a:buFontTx/>
              <a:buNone/>
            </a:pPr>
            <a:r>
              <a:rPr lang="ar-SA" altLang="ar-EG" sz="4800" b="1">
                <a:cs typeface="Times New Roman" panose="02020603050405020304" pitchFamily="18" charset="0"/>
              </a:rPr>
              <a:t>الساعة وكل ساعة طلباتنا. سهل حياتنا، وأرشدنا إلى العمل بوصاياك. قدس أرواحنا. طهر أجسامنا. قوم أفكارنا. نق نياتنا. اشف أمراضنا واغفر خطايانا. ونجنا من كل حزن رديء ووجع قلب. أحطنا بملائكتك القديسين، لكي نكون بمعسكرهم محفوظين ومرشدين، لنصل إلى اتحاد الإيمان وإلى معرفة مجدك غير المحسوس وغير المحدود، فإنك مبارك إلى الأبد. أمين.</a:t>
            </a: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26CC613F-24EC-4A2E-82A8-29F7F9235C29}"/>
              </a:ext>
            </a:extLst>
          </p:cNvPr>
          <p:cNvSpPr txBox="1">
            <a:spLocks/>
          </p:cNvSpPr>
          <p:nvPr/>
        </p:nvSpPr>
        <p:spPr bwMode="auto">
          <a:xfrm>
            <a:off x="0" y="985838"/>
            <a:ext cx="9144000" cy="52625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rtl="1" eaLnBrk="0" fontAlgn="base" hangingPunct="0">
              <a:spcBef>
                <a:spcPct val="20000"/>
              </a:spcBef>
              <a:spcAft>
                <a:spcPct val="0"/>
              </a:spcAft>
              <a:buChar char="•"/>
              <a:defRPr sz="3600">
                <a:solidFill>
                  <a:schemeClr val="bg1"/>
                </a:solidFill>
                <a:latin typeface="+mn-lt"/>
                <a:ea typeface="+mn-ea"/>
                <a:cs typeface="+mn-cs"/>
              </a:defRPr>
            </a:lvl1pPr>
            <a:lvl2pPr marL="742950" indent="-285750" algn="r" rtl="1" eaLnBrk="0" fontAlgn="base" hangingPunct="0">
              <a:spcBef>
                <a:spcPct val="20000"/>
              </a:spcBef>
              <a:spcAft>
                <a:spcPct val="0"/>
              </a:spcAft>
              <a:buChar char="–"/>
              <a:defRPr sz="3600">
                <a:solidFill>
                  <a:schemeClr val="bg1"/>
                </a:solidFill>
                <a:latin typeface="+mn-lt"/>
                <a:cs typeface="+mn-cs"/>
              </a:defRPr>
            </a:lvl2pPr>
            <a:lvl3pPr marL="1143000" indent="-228600" algn="r" rtl="1" eaLnBrk="0" fontAlgn="base" hangingPunct="0">
              <a:spcBef>
                <a:spcPct val="20000"/>
              </a:spcBef>
              <a:spcAft>
                <a:spcPct val="0"/>
              </a:spcAft>
              <a:buChar char="•"/>
              <a:defRPr sz="3600">
                <a:solidFill>
                  <a:schemeClr val="bg1"/>
                </a:solidFill>
                <a:latin typeface="+mn-lt"/>
                <a:cs typeface="+mn-cs"/>
              </a:defRPr>
            </a:lvl3pPr>
            <a:lvl4pPr marL="1600200" indent="-228600" algn="r" rtl="1" eaLnBrk="0" fontAlgn="base" hangingPunct="0">
              <a:spcBef>
                <a:spcPct val="20000"/>
              </a:spcBef>
              <a:spcAft>
                <a:spcPct val="0"/>
              </a:spcAft>
              <a:buChar char="–"/>
              <a:defRPr sz="3600">
                <a:solidFill>
                  <a:schemeClr val="bg1"/>
                </a:solidFill>
                <a:latin typeface="+mn-lt"/>
                <a:cs typeface="+mn-cs"/>
              </a:defRPr>
            </a:lvl4pPr>
            <a:lvl5pPr marL="2057400" indent="-228600" algn="r" rtl="1" eaLnBrk="0" fontAlgn="base" hangingPunct="0">
              <a:spcBef>
                <a:spcPct val="20000"/>
              </a:spcBef>
              <a:spcAft>
                <a:spcPct val="0"/>
              </a:spcAft>
              <a:buChar char="»"/>
              <a:defRPr sz="3600">
                <a:solidFill>
                  <a:schemeClr val="bg1"/>
                </a:solidFill>
                <a:latin typeface="+mn-lt"/>
                <a:cs typeface="+mn-cs"/>
              </a:defRPr>
            </a:lvl5pPr>
            <a:lvl6pPr marL="2514600" indent="-228600" algn="r" rtl="1" eaLnBrk="1" fontAlgn="base" hangingPunct="1">
              <a:spcBef>
                <a:spcPct val="20000"/>
              </a:spcBef>
              <a:spcAft>
                <a:spcPct val="0"/>
              </a:spcAft>
              <a:defRPr sz="3600">
                <a:solidFill>
                  <a:schemeClr val="bg1"/>
                </a:solidFill>
                <a:latin typeface="+mn-lt"/>
                <a:cs typeface="+mn-cs"/>
              </a:defRPr>
            </a:lvl6pPr>
            <a:lvl7pPr marL="2971800" indent="-228600" algn="r" rtl="1" eaLnBrk="1" fontAlgn="base" hangingPunct="1">
              <a:spcBef>
                <a:spcPct val="20000"/>
              </a:spcBef>
              <a:spcAft>
                <a:spcPct val="0"/>
              </a:spcAft>
              <a:defRPr sz="3600">
                <a:solidFill>
                  <a:schemeClr val="bg1"/>
                </a:solidFill>
                <a:latin typeface="+mn-lt"/>
                <a:cs typeface="+mn-cs"/>
              </a:defRPr>
            </a:lvl7pPr>
            <a:lvl8pPr marL="3429000" indent="-228600" algn="r" rtl="1" eaLnBrk="1" fontAlgn="base" hangingPunct="1">
              <a:spcBef>
                <a:spcPct val="20000"/>
              </a:spcBef>
              <a:spcAft>
                <a:spcPct val="0"/>
              </a:spcAft>
              <a:defRPr sz="3600">
                <a:solidFill>
                  <a:schemeClr val="bg1"/>
                </a:solidFill>
                <a:latin typeface="+mn-lt"/>
                <a:cs typeface="+mn-cs"/>
              </a:defRPr>
            </a:lvl8pPr>
            <a:lvl9pPr marL="3886200" indent="-228600" algn="r" rtl="1" eaLnBrk="1" fontAlgn="base" hangingPunct="1">
              <a:spcBef>
                <a:spcPct val="20000"/>
              </a:spcBef>
              <a:spcAft>
                <a:spcPct val="0"/>
              </a:spcAft>
              <a:defRPr sz="3600">
                <a:solidFill>
                  <a:schemeClr val="bg1"/>
                </a:solidFill>
                <a:latin typeface="+mn-lt"/>
                <a:cs typeface="+mn-cs"/>
              </a:defRPr>
            </a:lvl9pPr>
          </a:lstStyle>
          <a:p>
            <a:pPr marL="0" indent="0" algn="justLow" eaLnBrk="1" hangingPunct="1">
              <a:buFontTx/>
              <a:buNone/>
              <a:defRPr/>
            </a:pPr>
            <a:r>
              <a:rPr lang="ar-SA" altLang="ar-EG" sz="4800" b="1" kern="0" dirty="0">
                <a:cs typeface="Times New Roman" panose="02020603050405020304" pitchFamily="18" charset="0"/>
              </a:rPr>
              <a:t>أبانا الذي في السموات. ليتقدس اسمك. ليأت ملكوتك. لتكن مشيئتك. كما في السماء كذلك على الأرض. خبزنا الذي للغد أعطنا اليوم. وأغفر لنا ذنوبنا كما نغفر نحن أيضا للمذنبين إلينا. ولا تدخلنا في تجربة. لكن نجنا من الشرير. بالمسيح يسوع ربنا لأن لك الملك والقوة والمجد إلى الأبد. آمين.</a:t>
            </a:r>
          </a:p>
        </p:txBody>
      </p:sp>
      <p:sp>
        <p:nvSpPr>
          <p:cNvPr id="46083" name="Title 1">
            <a:extLst>
              <a:ext uri="{FF2B5EF4-FFF2-40B4-BE49-F238E27FC236}">
                <a16:creationId xmlns:a16="http://schemas.microsoft.com/office/drawing/2014/main" id="{F700DDB2-37E5-48C9-97C1-BBA0D73837B0}"/>
              </a:ext>
            </a:extLst>
          </p:cNvPr>
          <p:cNvSpPr>
            <a:spLocks noGrp="1"/>
          </p:cNvSpPr>
          <p:nvPr>
            <p:ph type="title"/>
          </p:nvPr>
        </p:nvSpPr>
        <p:spPr bwMode="auto">
          <a:xfrm>
            <a:off x="468313" y="0"/>
            <a:ext cx="8229600" cy="765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ar-EG" altLang="en-US" sz="4800"/>
              <a:t>اللهم اجعلنا مستحقين أن نقول بشكر:</a:t>
            </a:r>
            <a:endParaRPr lang="en-US" altLang="en-US" sz="4800"/>
          </a:p>
        </p:txBody>
      </p:sp>
    </p:spTree>
  </p:cSld>
  <p:clrMapOvr>
    <a:masterClrMapping/>
  </p:clrMapOvr>
  <p:transition spd="slow"/>
</p:sld>
</file>

<file path=ppt/theme/theme1.xml><?xml version="1.0" encoding="utf-8"?>
<a:theme xmlns:a="http://schemas.openxmlformats.org/drawingml/2006/main" name="si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1" eaLnBrk="1" fontAlgn="base" latinLnBrk="0" hangingPunct="1">
          <a:lnSpc>
            <a:spcPct val="100000"/>
          </a:lnSpc>
          <a:spcBef>
            <a:spcPct val="0"/>
          </a:spcBef>
          <a:spcAft>
            <a:spcPct val="0"/>
          </a:spcAft>
          <a:buClrTx/>
          <a:buSzTx/>
          <a:buFontTx/>
          <a:buNone/>
          <a:tabLst/>
          <a:defRPr kumimoji="0" lang="ar-SA"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1" eaLnBrk="1" fontAlgn="base" latinLnBrk="0" hangingPunct="1">
          <a:lnSpc>
            <a:spcPct val="100000"/>
          </a:lnSpc>
          <a:spcBef>
            <a:spcPct val="0"/>
          </a:spcBef>
          <a:spcAft>
            <a:spcPct val="0"/>
          </a:spcAft>
          <a:buClrTx/>
          <a:buSzTx/>
          <a:buFontTx/>
          <a:buNone/>
          <a:tabLst/>
          <a:defRPr kumimoji="0" lang="ar-SA"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3115</TotalTime>
  <Words>2416</Words>
  <Application>Microsoft Office PowerPoint</Application>
  <PresentationFormat>On-screen Show (4:3)</PresentationFormat>
  <Paragraphs>116</Paragraphs>
  <Slides>44</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Slide Titles</vt:lpstr>
      </vt:variant>
      <vt:variant>
        <vt:i4>44</vt:i4>
      </vt:variant>
      <vt:variant>
        <vt:lpstr>Custom Shows</vt:lpstr>
      </vt:variant>
      <vt:variant>
        <vt:i4>1</vt:i4>
      </vt:variant>
    </vt:vector>
  </HeadingPairs>
  <TitlesOfParts>
    <vt:vector size="50" baseType="lpstr">
      <vt:lpstr>Calibri</vt:lpstr>
      <vt:lpstr>Arial</vt:lpstr>
      <vt:lpstr>Times New Roman</vt:lpstr>
      <vt:lpstr>Abraam</vt:lpstr>
      <vt:lpstr>simple</vt:lpstr>
      <vt:lpstr>باسم الآب والابن والروح القدس الإله الواحد آمين. </vt:lpstr>
      <vt:lpstr>صلاة الشكر</vt:lpstr>
      <vt:lpstr>PowerPoint Presentation</vt:lpstr>
      <vt:lpstr>PowerPoint Presentation</vt:lpstr>
      <vt:lpstr>المزمور الخمسين</vt:lpstr>
      <vt:lpstr>PowerPoint Presentation</vt:lpstr>
      <vt:lpstr>PowerPoint Presentation</vt:lpstr>
      <vt:lpstr>الغروب</vt:lpstr>
      <vt:lpstr>(1) المزمور المائة والسادس عشر</vt:lpstr>
      <vt:lpstr>(2) المزمور المائة والسابع عشر</vt:lpstr>
      <vt:lpstr>PowerPoint Presentation</vt:lpstr>
      <vt:lpstr>PowerPoint Presentation</vt:lpstr>
      <vt:lpstr>PowerPoint Presentation</vt:lpstr>
      <vt:lpstr>(3) المزمور المائة والتاسع عشر</vt:lpstr>
      <vt:lpstr>PowerPoint Presentation</vt:lpstr>
      <vt:lpstr>(4) المزمور المائة والعشرون</vt:lpstr>
      <vt:lpstr>PowerPoint Presentation</vt:lpstr>
      <vt:lpstr>(5) المزمور المائة والحادي والعشرون</vt:lpstr>
      <vt:lpstr>PowerPoint Presentation</vt:lpstr>
      <vt:lpstr>(6) المزمور المائة والثاني والعشرون</vt:lpstr>
      <vt:lpstr>(7) المزمور المائة والثالث والعشرون</vt:lpstr>
      <vt:lpstr>PowerPoint Presentation</vt:lpstr>
      <vt:lpstr>(8) المزمور المائة والرابع والعشرون</vt:lpstr>
      <vt:lpstr>PowerPoint Presentation</vt:lpstr>
      <vt:lpstr>(9) المزمور المائة والخامس والعشرون</vt:lpstr>
      <vt:lpstr>PowerPoint Presentation</vt:lpstr>
      <vt:lpstr>(10) المزمور المائة والسادس والعشرون</vt:lpstr>
      <vt:lpstr>PowerPoint Presentation</vt:lpstr>
      <vt:lpstr>(11) المزمور المائة والسابع والعشرون</vt:lpstr>
      <vt:lpstr>PowerPoint Presentation</vt:lpstr>
      <vt:lpstr>(12) المزمور المائة والثامن والعشرون </vt:lpstr>
      <vt:lpstr>PowerPoint Presentation</vt:lpstr>
      <vt:lpstr>إنجيل الغروب (إنجيل لوقا 4: 38-41)</vt:lpstr>
      <vt:lpstr>PowerPoint Presentation</vt:lpstr>
      <vt:lpstr>قطع الغروب</vt:lpstr>
      <vt:lpstr>PowerPoint Presentation</vt:lpstr>
      <vt:lpstr>PowerPoint Presentation</vt:lpstr>
      <vt:lpstr>قدوس قدوس قدوس</vt:lpstr>
      <vt:lpstr>PowerPoint Presentation</vt:lpstr>
      <vt:lpstr>تحليل الغروب</vt:lpstr>
      <vt:lpstr>PowerPoint Presentation</vt:lpstr>
      <vt:lpstr>طلبة اخر كل ساعة</vt:lpstr>
      <vt:lpstr>PowerPoint Presentation</vt:lpstr>
      <vt:lpstr>اللهم اجعلنا مستحقين أن نقول بشكر:</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مزمور</dc:title>
  <dc:creator>Amir</dc:creator>
  <cp:lastModifiedBy>Amir Eskander</cp:lastModifiedBy>
  <cp:revision>167</cp:revision>
  <dcterms:created xsi:type="dcterms:W3CDTF">2012-11-09T14:14:43Z</dcterms:created>
  <dcterms:modified xsi:type="dcterms:W3CDTF">2019-08-12T14:32:06Z</dcterms:modified>
</cp:coreProperties>
</file>