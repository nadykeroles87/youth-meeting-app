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719" r:id="rId2"/>
    <p:sldId id="720" r:id="rId3"/>
    <p:sldId id="722" r:id="rId4"/>
    <p:sldId id="723" r:id="rId5"/>
    <p:sldId id="721" r:id="rId6"/>
    <p:sldId id="724" r:id="rId7"/>
    <p:sldId id="725" r:id="rId8"/>
    <p:sldId id="587" r:id="rId9"/>
    <p:sldId id="533" r:id="rId10"/>
    <p:sldId id="534" r:id="rId11"/>
    <p:sldId id="535" r:id="rId12"/>
    <p:sldId id="624" r:id="rId13"/>
    <p:sldId id="537" r:id="rId14"/>
    <p:sldId id="538" r:id="rId15"/>
    <p:sldId id="539" r:id="rId16"/>
    <p:sldId id="540" r:id="rId17"/>
    <p:sldId id="541" r:id="rId18"/>
    <p:sldId id="542" r:id="rId19"/>
    <p:sldId id="543" r:id="rId20"/>
    <p:sldId id="544" r:id="rId21"/>
    <p:sldId id="545" r:id="rId22"/>
    <p:sldId id="546" r:id="rId23"/>
    <p:sldId id="547" r:id="rId24"/>
    <p:sldId id="548" r:id="rId25"/>
    <p:sldId id="549" r:id="rId26"/>
    <p:sldId id="550" r:id="rId27"/>
    <p:sldId id="551" r:id="rId28"/>
    <p:sldId id="552" r:id="rId29"/>
    <p:sldId id="553" r:id="rId30"/>
    <p:sldId id="554" r:id="rId31"/>
    <p:sldId id="555" r:id="rId32"/>
    <p:sldId id="556" r:id="rId33"/>
    <p:sldId id="557" r:id="rId34"/>
    <p:sldId id="558" r:id="rId35"/>
    <p:sldId id="559" r:id="rId36"/>
    <p:sldId id="560" r:id="rId37"/>
    <p:sldId id="573" r:id="rId38"/>
    <p:sldId id="574" r:id="rId39"/>
    <p:sldId id="575" r:id="rId40"/>
    <p:sldId id="576" r:id="rId41"/>
    <p:sldId id="577" r:id="rId42"/>
    <p:sldId id="578" r:id="rId43"/>
    <p:sldId id="579" r:id="rId44"/>
    <p:sldId id="580" r:id="rId45"/>
    <p:sldId id="581" r:id="rId46"/>
    <p:sldId id="627" r:id="rId47"/>
    <p:sldId id="628" r:id="rId48"/>
    <p:sldId id="695" r:id="rId49"/>
    <p:sldId id="696" r:id="rId50"/>
    <p:sldId id="713" r:id="rId51"/>
    <p:sldId id="714" r:id="rId52"/>
    <p:sldId id="726" r:id="rId53"/>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43" autoAdjust="0"/>
    <p:restoredTop sz="95852" autoAdjust="0"/>
  </p:normalViewPr>
  <p:slideViewPr>
    <p:cSldViewPr>
      <p:cViewPr varScale="1">
        <p:scale>
          <a:sx n="78" d="100"/>
          <a:sy n="78" d="100"/>
        </p:scale>
        <p:origin x="1435" y="72"/>
      </p:cViewPr>
      <p:guideLst>
        <p:guide orient="horz" pos="2160"/>
        <p:guide pos="2880"/>
      </p:guideLst>
    </p:cSldViewPr>
  </p:slideViewPr>
  <p:outlineViewPr>
    <p:cViewPr>
      <p:scale>
        <a:sx n="33" d="100"/>
        <a:sy n="33" d="100"/>
      </p:scale>
      <p:origin x="0" y="-20731"/>
    </p:cViewPr>
  </p:outlineViewPr>
  <p:notesTextViewPr>
    <p:cViewPr>
      <p:scale>
        <a:sx n="1" d="1"/>
        <a:sy n="1" d="1"/>
      </p:scale>
      <p:origin x="0" y="0"/>
    </p:cViewPr>
  </p:notesTextViewPr>
  <p:sorterViewPr>
    <p:cViewPr varScale="1">
      <p:scale>
        <a:sx n="100" d="100"/>
        <a:sy n="100" d="100"/>
      </p:scale>
      <p:origin x="0" y="-4074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5EC5F7-7E7D-4254-BB61-15DFDEB64F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BB30331E-9B34-464C-AD3B-2633DC44C3B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5DE1137A-4C7E-4F67-9711-9232A6B87B09}" type="datetimeFigureOut">
              <a:rPr lang="en-US"/>
              <a:pPr>
                <a:defRPr/>
              </a:pPr>
              <a:t>12-Aug-19</a:t>
            </a:fld>
            <a:endParaRPr lang="en-US"/>
          </a:p>
        </p:txBody>
      </p:sp>
      <p:sp>
        <p:nvSpPr>
          <p:cNvPr id="4" name="Slide Image Placeholder 3">
            <a:extLst>
              <a:ext uri="{FF2B5EF4-FFF2-40B4-BE49-F238E27FC236}">
                <a16:creationId xmlns:a16="http://schemas.microsoft.com/office/drawing/2014/main" id="{0BF0706D-A65F-45C4-9DBD-6B452E8261B1}"/>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1CB35BF-BA65-4A14-8D1F-520A0FCD7613}"/>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9CD9B64A-99F5-4F22-B51A-E9A9598CCD8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0EA0B89C-902B-4B8D-9474-B015DD3E97DA}"/>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D27C4580-C13D-48E9-BEDA-FB72D2395B0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211849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6460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39552" y="270892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20123566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rtl="1" eaLnBrk="0" fontAlgn="base" hangingPunct="0">
        <a:spcBef>
          <a:spcPct val="0"/>
        </a:spcBef>
        <a:spcAft>
          <a:spcPct val="0"/>
        </a:spcAft>
        <a:defRPr sz="3600">
          <a:solidFill>
            <a:schemeClr val="bg1"/>
          </a:solidFill>
          <a:latin typeface="+mj-lt"/>
          <a:ea typeface="+mj-ea"/>
          <a:cs typeface="+mj-cs"/>
        </a:defRPr>
      </a:lvl1pPr>
      <a:lvl2pPr algn="ctr" rtl="1" eaLnBrk="0" fontAlgn="base" hangingPunct="0">
        <a:spcBef>
          <a:spcPct val="0"/>
        </a:spcBef>
        <a:spcAft>
          <a:spcPct val="0"/>
        </a:spcAft>
        <a:defRPr sz="3600">
          <a:solidFill>
            <a:schemeClr val="bg1"/>
          </a:solidFill>
          <a:latin typeface="Calibri" pitchFamily="34" charset="0"/>
          <a:cs typeface="Times New Roman" pitchFamily="18" charset="0"/>
        </a:defRPr>
      </a:lvl2pPr>
      <a:lvl3pPr algn="ctr" rtl="1" eaLnBrk="0" fontAlgn="base" hangingPunct="0">
        <a:spcBef>
          <a:spcPct val="0"/>
        </a:spcBef>
        <a:spcAft>
          <a:spcPct val="0"/>
        </a:spcAft>
        <a:defRPr sz="3600">
          <a:solidFill>
            <a:schemeClr val="bg1"/>
          </a:solidFill>
          <a:latin typeface="Calibri" pitchFamily="34" charset="0"/>
          <a:cs typeface="Times New Roman" pitchFamily="18" charset="0"/>
        </a:defRPr>
      </a:lvl3pPr>
      <a:lvl4pPr algn="ctr" rtl="1" eaLnBrk="0" fontAlgn="base" hangingPunct="0">
        <a:spcBef>
          <a:spcPct val="0"/>
        </a:spcBef>
        <a:spcAft>
          <a:spcPct val="0"/>
        </a:spcAft>
        <a:defRPr sz="3600">
          <a:solidFill>
            <a:schemeClr val="bg1"/>
          </a:solidFill>
          <a:latin typeface="Calibri" pitchFamily="34" charset="0"/>
          <a:cs typeface="Times New Roman" pitchFamily="18" charset="0"/>
        </a:defRPr>
      </a:lvl4pPr>
      <a:lvl5pPr algn="ctr" rtl="1" eaLnBrk="0" fontAlgn="base" hangingPunct="0">
        <a:spcBef>
          <a:spcPct val="0"/>
        </a:spcBef>
        <a:spcAft>
          <a:spcPct val="0"/>
        </a:spcAft>
        <a:defRPr sz="3600">
          <a:solidFill>
            <a:schemeClr val="bg1"/>
          </a:solidFill>
          <a:latin typeface="Calibri" pitchFamily="34" charset="0"/>
          <a:cs typeface="Times New Roman" pitchFamily="18" charset="0"/>
        </a:defRPr>
      </a:lvl5pPr>
      <a:lvl6pPr marL="457200" algn="ctr" rtl="1" eaLnBrk="1" fontAlgn="base" hangingPunct="1">
        <a:spcBef>
          <a:spcPct val="0"/>
        </a:spcBef>
        <a:spcAft>
          <a:spcPct val="0"/>
        </a:spcAft>
        <a:defRPr sz="3600">
          <a:solidFill>
            <a:schemeClr val="bg1"/>
          </a:solidFill>
          <a:latin typeface="Arial" charset="0"/>
          <a:cs typeface="PT Bold Heading" pitchFamily="2" charset="-78"/>
        </a:defRPr>
      </a:lvl6pPr>
      <a:lvl7pPr marL="914400" algn="ctr" rtl="1" eaLnBrk="1" fontAlgn="base" hangingPunct="1">
        <a:spcBef>
          <a:spcPct val="0"/>
        </a:spcBef>
        <a:spcAft>
          <a:spcPct val="0"/>
        </a:spcAft>
        <a:defRPr sz="3600">
          <a:solidFill>
            <a:schemeClr val="bg1"/>
          </a:solidFill>
          <a:latin typeface="Arial" charset="0"/>
          <a:cs typeface="PT Bold Heading" pitchFamily="2" charset="-78"/>
        </a:defRPr>
      </a:lvl7pPr>
      <a:lvl8pPr marL="1371600" algn="ctr" rtl="1" eaLnBrk="1" fontAlgn="base" hangingPunct="1">
        <a:spcBef>
          <a:spcPct val="0"/>
        </a:spcBef>
        <a:spcAft>
          <a:spcPct val="0"/>
        </a:spcAft>
        <a:defRPr sz="3600">
          <a:solidFill>
            <a:schemeClr val="bg1"/>
          </a:solidFill>
          <a:latin typeface="Arial" charset="0"/>
          <a:cs typeface="PT Bold Heading" pitchFamily="2" charset="-78"/>
        </a:defRPr>
      </a:lvl8pPr>
      <a:lvl9pPr marL="1828800" algn="ctr" rtl="1" eaLnBrk="1" fontAlgn="base" hangingPunct="1">
        <a:spcBef>
          <a:spcPct val="0"/>
        </a:spcBef>
        <a:spcAft>
          <a:spcPct val="0"/>
        </a:spcAft>
        <a:defRPr sz="3600">
          <a:solidFill>
            <a:schemeClr val="bg1"/>
          </a:solidFill>
          <a:latin typeface="Arial" charset="0"/>
          <a:cs typeface="PT Bold Heading" pitchFamily="2" charset="-78"/>
        </a:defRPr>
      </a:lvl9pPr>
    </p:titleStyle>
    <p:body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30.xml"/><Relationship Id="rId3" Type="http://schemas.openxmlformats.org/officeDocument/2006/relationships/slide" Target="slide9.xml"/><Relationship Id="rId7" Type="http://schemas.openxmlformats.org/officeDocument/2006/relationships/slide" Target="slide18.xml"/><Relationship Id="rId12" Type="http://schemas.openxmlformats.org/officeDocument/2006/relationships/slide" Target="slide27.xml"/><Relationship Id="rId2" Type="http://schemas.openxmlformats.org/officeDocument/2006/relationships/slide" Target="slide37.xml"/><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slide" Target="slide25.xml"/><Relationship Id="rId5" Type="http://schemas.openxmlformats.org/officeDocument/2006/relationships/slide" Target="slide14.xml"/><Relationship Id="rId10" Type="http://schemas.openxmlformats.org/officeDocument/2006/relationships/slide" Target="slide22.xml"/><Relationship Id="rId4" Type="http://schemas.openxmlformats.org/officeDocument/2006/relationships/slide" Target="slide11.xml"/><Relationship Id="rId9" Type="http://schemas.openxmlformats.org/officeDocument/2006/relationships/slide" Target="slide35.xml"/><Relationship Id="rId14" Type="http://schemas.openxmlformats.org/officeDocument/2006/relationships/slide" Target="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1B07978B-1B32-4B1E-8302-AC7ACB8BB4A6}"/>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SA" altLang="ar-EG" sz="4800"/>
              <a:t>باسم الآب والابن والروح القدس</a:t>
            </a:r>
            <a:r>
              <a:rPr lang="ar-EG" altLang="ar-EG" sz="4800"/>
              <a:t> </a:t>
            </a:r>
            <a:r>
              <a:rPr lang="ar-SA" altLang="ar-EG" sz="4800"/>
              <a:t>الإله</a:t>
            </a:r>
            <a:r>
              <a:rPr lang="ar-EG" altLang="ar-EG" sz="4800"/>
              <a:t> </a:t>
            </a:r>
            <a:r>
              <a:rPr lang="ar-SA" altLang="ar-EG" sz="4800"/>
              <a:t>الواحد آمين.</a:t>
            </a:r>
            <a:br>
              <a:rPr lang="ar-EG" altLang="ar-EG" sz="4800"/>
            </a:br>
            <a:endParaRPr lang="ar-EG" altLang="ar-EG" sz="4800"/>
          </a:p>
        </p:txBody>
      </p:sp>
      <p:sp>
        <p:nvSpPr>
          <p:cNvPr id="8" name="Content Placeholder 2">
            <a:extLst>
              <a:ext uri="{FF2B5EF4-FFF2-40B4-BE49-F238E27FC236}">
                <a16:creationId xmlns:a16="http://schemas.microsoft.com/office/drawing/2014/main" id="{6F4EBB16-D4C0-4161-9C0D-9776D624FC11}"/>
              </a:ext>
            </a:extLst>
          </p:cNvPr>
          <p:cNvSpPr txBox="1">
            <a:spLocks/>
          </p:cNvSpPr>
          <p:nvPr/>
        </p:nvSpPr>
        <p:spPr bwMode="auto">
          <a:xfrm>
            <a:off x="0" y="15954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D6F0660A-6A4C-444A-A9F1-50F2D146EDCA}"/>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صلاة الشكر</a:t>
            </a:r>
          </a:p>
        </p:txBody>
      </p:sp>
      <p:sp>
        <p:nvSpPr>
          <p:cNvPr id="4" name="Content Placeholder 2">
            <a:extLst>
              <a:ext uri="{FF2B5EF4-FFF2-40B4-BE49-F238E27FC236}">
                <a16:creationId xmlns:a16="http://schemas.microsoft.com/office/drawing/2014/main" id="{925AD1A6-63DF-44A0-821A-8CB900366B1D}"/>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فلنشكر صانع الخيرات الرحوم الله، أبا ربنا وإلهنا ومخلصنا يسوع المسيح، لأنه سترنا وأعاننا، وحفظنا، وقبلنا إليه وأشفق علينا وعضدنا، وأتى بنا إلى هذه الساعة. هو أيضا فلنسأله أن يحفظنا في هذا اليوم المقدس وكل أيام حياتنا بكل سلام. الضابط الكل الرب إلهنا. أيها السيد الإله ضابط الكل أبو ربنا وإلهنا ومخلصنا يسوع المسيح، نشكرك على كل حال</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33303F84-9CC6-47DC-AF7B-296B44A196A6}"/>
              </a:ext>
            </a:extLst>
          </p:cNvPr>
          <p:cNvSpPr>
            <a:spLocks noGrp="1"/>
          </p:cNvSpPr>
          <p:nvPr>
            <p:ph idx="4294967295"/>
          </p:nvPr>
        </p:nvSpPr>
        <p:spPr bwMode="auto">
          <a:xfrm>
            <a:off x="7938"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ومن أجل كل حال، وفى كل حال، لأنك سترتنا، وأعنتنا، وحفظتنا، وقبلتنا إليك، وأشفقت علينا، وعضدتنا، وأتيت بنا إلى هذه الساعة.</a:t>
            </a:r>
            <a:r>
              <a:rPr lang="ar-EG" altLang="ar-EG" sz="4800" b="1">
                <a:cs typeface="Times New Roman" panose="02020603050405020304" pitchFamily="18" charset="0"/>
              </a:rPr>
              <a:t> </a:t>
            </a:r>
            <a:r>
              <a:rPr lang="ar-SA" altLang="ar-EG" sz="4800" b="1">
                <a:cs typeface="Times New Roman" panose="02020603050405020304" pitchFamily="18" charset="0"/>
              </a:rPr>
              <a:t>من أجل هذا نسأل ونطلب من صلاحك يا محب البشر، امنحنا أن نكمل هذا اليوم المقدس وكل أيام حياتنا بكل سلام مع خوفك. كل حسد، وكل تجربة وكل فعل الشيطان ومؤامرة الناس الأشرار، وقيام الأعداء الخفيين والظاهريين، انزعها عنا وعن سائر شعبك، وعن موضعك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6F1D4F32-03E1-4701-A375-58312D8C635A}"/>
              </a:ext>
            </a:extLst>
          </p:cNvPr>
          <p:cNvSpPr>
            <a:spLocks noGrp="1"/>
          </p:cNvSpPr>
          <p:nvPr>
            <p:ph idx="4294967295"/>
          </p:nvPr>
        </p:nvSpPr>
        <p:spPr bwMode="auto">
          <a:xfrm>
            <a:off x="0" y="0"/>
            <a:ext cx="9144000" cy="7626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المقدس هذا. أما الصالحات والنافعات فارزقنا إياها. لأنك أنت الذي أعطيتنا السلطان أن ندوس الحيات والعقارب وكل قوة العدو. ولا تدخلنا في تجربة، لكن نجنا من الشرير. بالنعمة والرأفات ومحبة البشر اللواتي لابنك الوحيد ربنا وإلهنا ومخلصنا يسوع المسيح. هذا الذي من قبله المجد والإكرام والعزة والسجود تليق بك معه مع الروح القدس المحيي المساوي لك الآن وكل أوان وإلى دهر الدهور آمين. </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B4848B66-BF28-445D-ADEE-30DACD2F252E}"/>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المزمور الخمسين</a:t>
            </a:r>
          </a:p>
        </p:txBody>
      </p:sp>
      <p:sp>
        <p:nvSpPr>
          <p:cNvPr id="4" name="Content Placeholder 2">
            <a:extLst>
              <a:ext uri="{FF2B5EF4-FFF2-40B4-BE49-F238E27FC236}">
                <a16:creationId xmlns:a16="http://schemas.microsoft.com/office/drawing/2014/main" id="{FBA2BA82-4056-47F8-A975-D8EEC2A0D098}"/>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ا</a:t>
            </a:r>
            <a:r>
              <a:rPr lang="ar-SA" altLang="ar-EG" sz="4800" b="1" kern="0" dirty="0">
                <a:cs typeface="Times New Roman" panose="02020603050405020304" pitchFamily="18" charset="0"/>
              </a:rPr>
              <a:t>رحمني يا الله كعظيم رحمتك، ومثل كثرة رأفتك تمحو إثمي. اغسلني كثيرا من إثمي ومن خطيتي طهرني، لأني أنا عارف بإثمي وخطيتي أمامي في كل حين. لك وحدك أخطأت، والشر قدامك صنعت. لكي تتبرر في أقوالك. وتغلب إذا حوكمتُ. لأني هاأنذا بالإثم حبل بي، وبالخطايا ولدتني أمي. لأنك هكذا قد أحببت الحق، إذ أوضحت لي غوامض حكمتك</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BF386FDF-C17D-43E2-AF29-EC833AD810F7}"/>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ومستوراتها. تنضح على بزوفاك فأطهر، تغسلني فأبيض أكثر من الثلج. تسمعني سرورا وفرحا، فتبتهج عظامي المنسحقة. اصرف وجهك عن خطاياي، وامح كل آثامي. قلبا نقيا اخلق في يا الله، وروحا مستقيما جدده في أحشائي. لا تطرحني من قدام وجهك وروحك القدوس لا تنزعه منى. امنحني بهجة خلاصك، وبروح رئاسي عضدني فأعلم الأثمة طرقك والمنافقون إليك يرجعون، نجني من الدماء يا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2781804C-FB99-4234-9C2E-C94BDBD430CC}"/>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 إله خلاصي، فيبتهج لساني بعدلك. يا رب افتح شفتي، فيخبر فمي بتسبيحك. لأنك لو آثرت الذبيحة لكنت الآن أعطي، ولكنك لا تسر بالمحرقات، فالذبيحة لله روح منسحق. القلب المنكسر والمتواضع لا يرذله الله، أنعم يا رب بمسرتك على صهيون، ولتبن أسوار أورشليم. حينئذ تسر بذبائح البر قربانا ومحرقات ويقربون على مذابحك العجول. هلليلويا.</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Rectangle 160">
            <a:hlinkClick r:id="rId2" action="ppaction://hlinksldjump"/>
            <a:extLst>
              <a:ext uri="{FF2B5EF4-FFF2-40B4-BE49-F238E27FC236}">
                <a16:creationId xmlns:a16="http://schemas.microsoft.com/office/drawing/2014/main" id="{9F0D4565-C6FD-4D63-83C9-147BAEB2E675}"/>
              </a:ext>
            </a:extLst>
          </p:cNvPr>
          <p:cNvSpPr/>
          <p:nvPr/>
        </p:nvSpPr>
        <p:spPr>
          <a:xfrm flipH="1">
            <a:off x="2378596" y="6010808"/>
            <a:ext cx="440320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الانجيل</a:t>
            </a:r>
            <a:endParaRPr lang="en-US" sz="4000" b="1" dirty="0">
              <a:solidFill>
                <a:srgbClr val="FFC000"/>
              </a:solidFill>
            </a:endParaRPr>
          </a:p>
        </p:txBody>
      </p:sp>
      <p:sp>
        <p:nvSpPr>
          <p:cNvPr id="31" name="Rectangle 30">
            <a:hlinkClick r:id="rId3" action="ppaction://hlinksldjump"/>
            <a:extLst>
              <a:ext uri="{FF2B5EF4-FFF2-40B4-BE49-F238E27FC236}">
                <a16:creationId xmlns:a16="http://schemas.microsoft.com/office/drawing/2014/main" id="{FDE3F07A-6879-4CEB-9C3F-0F65CD657016}"/>
              </a:ext>
            </a:extLst>
          </p:cNvPr>
          <p:cNvSpPr/>
          <p:nvPr/>
        </p:nvSpPr>
        <p:spPr>
          <a:xfrm flipH="1">
            <a:off x="4620722" y="676808"/>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53 اللهم باسمك</a:t>
            </a:r>
            <a:endParaRPr lang="en-US" sz="4000" b="1" dirty="0">
              <a:solidFill>
                <a:srgbClr val="FFC000"/>
              </a:solidFill>
            </a:endParaRPr>
          </a:p>
        </p:txBody>
      </p:sp>
      <p:sp>
        <p:nvSpPr>
          <p:cNvPr id="32" name="Rectangle 31">
            <a:hlinkClick r:id="rId4" action="ppaction://hlinksldjump"/>
            <a:extLst>
              <a:ext uri="{FF2B5EF4-FFF2-40B4-BE49-F238E27FC236}">
                <a16:creationId xmlns:a16="http://schemas.microsoft.com/office/drawing/2014/main" id="{3E518013-262E-4BF2-A6A1-50AA60E46CCC}"/>
              </a:ext>
            </a:extLst>
          </p:cNvPr>
          <p:cNvSpPr/>
          <p:nvPr/>
        </p:nvSpPr>
        <p:spPr>
          <a:xfrm flipH="1">
            <a:off x="4620722" y="1565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56 ارحمنى يا الله</a:t>
            </a:r>
            <a:endParaRPr lang="en-US" sz="4000" b="1" dirty="0">
              <a:solidFill>
                <a:srgbClr val="FFC000"/>
              </a:solidFill>
            </a:endParaRPr>
          </a:p>
        </p:txBody>
      </p:sp>
      <p:sp>
        <p:nvSpPr>
          <p:cNvPr id="33" name="Rectangle 32">
            <a:hlinkClick r:id="rId5" action="ppaction://hlinksldjump"/>
            <a:extLst>
              <a:ext uri="{FF2B5EF4-FFF2-40B4-BE49-F238E27FC236}">
                <a16:creationId xmlns:a16="http://schemas.microsoft.com/office/drawing/2014/main" id="{8A9156AD-925B-476E-A6CC-C9D59CF8B271}"/>
              </a:ext>
            </a:extLst>
          </p:cNvPr>
          <p:cNvSpPr/>
          <p:nvPr/>
        </p:nvSpPr>
        <p:spPr>
          <a:xfrm flipH="1">
            <a:off x="4620722" y="2454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60 استمع يا الله</a:t>
            </a:r>
            <a:endParaRPr lang="en-US" sz="4000" b="1" dirty="0">
              <a:solidFill>
                <a:srgbClr val="FFC000"/>
              </a:solidFill>
            </a:endParaRPr>
          </a:p>
        </p:txBody>
      </p:sp>
      <p:sp>
        <p:nvSpPr>
          <p:cNvPr id="34" name="Rectangle 33">
            <a:hlinkClick r:id="rId6" action="ppaction://hlinksldjump"/>
            <a:extLst>
              <a:ext uri="{FF2B5EF4-FFF2-40B4-BE49-F238E27FC236}">
                <a16:creationId xmlns:a16="http://schemas.microsoft.com/office/drawing/2014/main" id="{72DF7139-1D95-48B8-8A6A-669731CA75F2}"/>
              </a:ext>
            </a:extLst>
          </p:cNvPr>
          <p:cNvSpPr/>
          <p:nvPr/>
        </p:nvSpPr>
        <p:spPr>
          <a:xfrm flipH="1">
            <a:off x="4620722" y="3343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62 يا الله الهى</a:t>
            </a:r>
            <a:endParaRPr lang="en-US" sz="4000" b="1" dirty="0">
              <a:solidFill>
                <a:srgbClr val="FFC000"/>
              </a:solidFill>
            </a:endParaRPr>
          </a:p>
        </p:txBody>
      </p:sp>
      <p:sp>
        <p:nvSpPr>
          <p:cNvPr id="35" name="Rectangle 34">
            <a:hlinkClick r:id="rId7" action="ppaction://hlinksldjump"/>
            <a:extLst>
              <a:ext uri="{FF2B5EF4-FFF2-40B4-BE49-F238E27FC236}">
                <a16:creationId xmlns:a16="http://schemas.microsoft.com/office/drawing/2014/main" id="{FAD06879-4963-4C88-A9B9-6B6108D1A410}"/>
              </a:ext>
            </a:extLst>
          </p:cNvPr>
          <p:cNvSpPr/>
          <p:nvPr/>
        </p:nvSpPr>
        <p:spPr>
          <a:xfrm flipH="1">
            <a:off x="4620722" y="4232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66 ليتراءف الله علينا</a:t>
            </a:r>
            <a:endParaRPr lang="en-US" sz="4000" b="1" dirty="0">
              <a:solidFill>
                <a:srgbClr val="FFC000"/>
              </a:solidFill>
            </a:endParaRPr>
          </a:p>
        </p:txBody>
      </p:sp>
      <p:sp>
        <p:nvSpPr>
          <p:cNvPr id="36" name="Rectangle 35">
            <a:hlinkClick r:id="rId8" action="ppaction://hlinksldjump"/>
            <a:extLst>
              <a:ext uri="{FF2B5EF4-FFF2-40B4-BE49-F238E27FC236}">
                <a16:creationId xmlns:a16="http://schemas.microsoft.com/office/drawing/2014/main" id="{81A43E41-94A4-46E5-81B8-5344E8BEEAAB}"/>
              </a:ext>
            </a:extLst>
          </p:cNvPr>
          <p:cNvSpPr/>
          <p:nvPr/>
        </p:nvSpPr>
        <p:spPr>
          <a:xfrm flipH="1">
            <a:off x="4620722" y="5121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92500"/>
          </a:bodyPr>
          <a:lstStyle/>
          <a:p>
            <a:pPr algn="ctr" rtl="1" eaLnBrk="1" hangingPunct="1">
              <a:lnSpc>
                <a:spcPct val="110000"/>
              </a:lnSpc>
              <a:defRPr/>
            </a:pPr>
            <a:r>
              <a:rPr lang="ar-EG" sz="4000" b="1" dirty="0">
                <a:solidFill>
                  <a:srgbClr val="FFC000"/>
                </a:solidFill>
                <a:cs typeface="Times New Roman" pitchFamily="18" charset="0"/>
              </a:rPr>
              <a:t>69 اللهم إلتفت إلى معونتى</a:t>
            </a:r>
            <a:endParaRPr lang="en-US" sz="4000" b="1" dirty="0">
              <a:solidFill>
                <a:srgbClr val="FFC000"/>
              </a:solidFill>
            </a:endParaRPr>
          </a:p>
        </p:txBody>
      </p:sp>
      <p:sp>
        <p:nvSpPr>
          <p:cNvPr id="37" name="Rectangle 36">
            <a:hlinkClick r:id="rId9" action="ppaction://hlinksldjump"/>
            <a:extLst>
              <a:ext uri="{FF2B5EF4-FFF2-40B4-BE49-F238E27FC236}">
                <a16:creationId xmlns:a16="http://schemas.microsoft.com/office/drawing/2014/main" id="{FB490559-DE21-4C3C-83F3-47243A2542FE}"/>
              </a:ext>
            </a:extLst>
          </p:cNvPr>
          <p:cNvSpPr/>
          <p:nvPr/>
        </p:nvSpPr>
        <p:spPr>
          <a:xfrm flipH="1">
            <a:off x="76199" y="5121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92 الرب قد ملك</a:t>
            </a:r>
            <a:endParaRPr lang="en-US" sz="4000" b="1" dirty="0">
              <a:solidFill>
                <a:srgbClr val="FFC000"/>
              </a:solidFill>
            </a:endParaRPr>
          </a:p>
        </p:txBody>
      </p:sp>
      <p:sp>
        <p:nvSpPr>
          <p:cNvPr id="38" name="Rectangle 37">
            <a:hlinkClick r:id="rId10" action="ppaction://hlinksldjump"/>
            <a:extLst>
              <a:ext uri="{FF2B5EF4-FFF2-40B4-BE49-F238E27FC236}">
                <a16:creationId xmlns:a16="http://schemas.microsoft.com/office/drawing/2014/main" id="{842083F2-1B41-42CE-BA10-D07E1F742E70}"/>
              </a:ext>
            </a:extLst>
          </p:cNvPr>
          <p:cNvSpPr/>
          <p:nvPr/>
        </p:nvSpPr>
        <p:spPr>
          <a:xfrm flipH="1">
            <a:off x="76199" y="676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83 مساكنك محبوبة</a:t>
            </a:r>
            <a:endParaRPr lang="en-US" sz="4000" b="1" dirty="0">
              <a:solidFill>
                <a:srgbClr val="FFC000"/>
              </a:solidFill>
            </a:endParaRPr>
          </a:p>
        </p:txBody>
      </p:sp>
      <p:sp>
        <p:nvSpPr>
          <p:cNvPr id="39" name="Rectangle 38">
            <a:hlinkClick r:id="rId11" action="ppaction://hlinksldjump"/>
            <a:extLst>
              <a:ext uri="{FF2B5EF4-FFF2-40B4-BE49-F238E27FC236}">
                <a16:creationId xmlns:a16="http://schemas.microsoft.com/office/drawing/2014/main" id="{043EF89E-5CFA-44C9-884A-D088D9FE50C4}"/>
              </a:ext>
            </a:extLst>
          </p:cNvPr>
          <p:cNvSpPr/>
          <p:nvPr/>
        </p:nvSpPr>
        <p:spPr>
          <a:xfrm flipH="1">
            <a:off x="76199" y="1565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84 رضيت يا رب</a:t>
            </a:r>
            <a:endParaRPr lang="en-US" sz="4000" b="1" dirty="0">
              <a:solidFill>
                <a:srgbClr val="FFC000"/>
              </a:solidFill>
            </a:endParaRPr>
          </a:p>
        </p:txBody>
      </p:sp>
      <p:sp>
        <p:nvSpPr>
          <p:cNvPr id="40" name="Rectangle 39">
            <a:hlinkClick r:id="rId12" action="ppaction://hlinksldjump"/>
            <a:extLst>
              <a:ext uri="{FF2B5EF4-FFF2-40B4-BE49-F238E27FC236}">
                <a16:creationId xmlns:a16="http://schemas.microsoft.com/office/drawing/2014/main" id="{891F7DF1-1B22-44A2-BB97-CB94A9AE7567}"/>
              </a:ext>
            </a:extLst>
          </p:cNvPr>
          <p:cNvSpPr/>
          <p:nvPr/>
        </p:nvSpPr>
        <p:spPr>
          <a:xfrm flipH="1">
            <a:off x="76199" y="2454806"/>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4000" b="1" dirty="0">
                <a:solidFill>
                  <a:srgbClr val="FFC000"/>
                </a:solidFill>
                <a:cs typeface="Times New Roman" pitchFamily="18" charset="0"/>
              </a:rPr>
              <a:t>85 أمل يا رب واستمعني </a:t>
            </a:r>
            <a:endParaRPr lang="en-US" sz="4000" b="1" dirty="0">
              <a:solidFill>
                <a:srgbClr val="FFC000"/>
              </a:solidFill>
            </a:endParaRPr>
          </a:p>
        </p:txBody>
      </p:sp>
      <p:sp>
        <p:nvSpPr>
          <p:cNvPr id="41" name="Rectangle 40">
            <a:hlinkClick r:id="rId13" action="ppaction://hlinksldjump"/>
            <a:extLst>
              <a:ext uri="{FF2B5EF4-FFF2-40B4-BE49-F238E27FC236}">
                <a16:creationId xmlns:a16="http://schemas.microsoft.com/office/drawing/2014/main" id="{A618F377-3749-4BE7-B3B4-AECCD4778D09}"/>
              </a:ext>
            </a:extLst>
          </p:cNvPr>
          <p:cNvSpPr/>
          <p:nvPr/>
        </p:nvSpPr>
        <p:spPr>
          <a:xfrm flipH="1">
            <a:off x="76199" y="3343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86 أساساته فى الجبال</a:t>
            </a:r>
            <a:endParaRPr lang="en-US" sz="4000" b="1" dirty="0">
              <a:solidFill>
                <a:srgbClr val="FFC000"/>
              </a:solidFill>
            </a:endParaRPr>
          </a:p>
        </p:txBody>
      </p:sp>
      <p:sp>
        <p:nvSpPr>
          <p:cNvPr id="42" name="Rectangle 41">
            <a:hlinkClick r:id="rId14" action="ppaction://hlinksldjump"/>
            <a:extLst>
              <a:ext uri="{FF2B5EF4-FFF2-40B4-BE49-F238E27FC236}">
                <a16:creationId xmlns:a16="http://schemas.microsoft.com/office/drawing/2014/main" id="{FF6F59DC-1B4A-4804-90CE-9B3CAFCAC5AC}"/>
              </a:ext>
            </a:extLst>
          </p:cNvPr>
          <p:cNvSpPr/>
          <p:nvPr/>
        </p:nvSpPr>
        <p:spPr>
          <a:xfrm flipH="1">
            <a:off x="76199" y="4232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90 الساكن فى عون العلى</a:t>
            </a:r>
            <a:endParaRPr lang="en-US" sz="4000" b="1" dirty="0">
              <a:solidFill>
                <a:srgbClr val="FFC000"/>
              </a:solidFill>
            </a:endParaRPr>
          </a:p>
        </p:txBody>
      </p:sp>
      <p:sp>
        <p:nvSpPr>
          <p:cNvPr id="9257" name="Title 1">
            <a:extLst>
              <a:ext uri="{FF2B5EF4-FFF2-40B4-BE49-F238E27FC236}">
                <a16:creationId xmlns:a16="http://schemas.microsoft.com/office/drawing/2014/main" id="{464DC309-E58A-46F0-8186-F422EBF5608F}"/>
              </a:ext>
            </a:extLst>
          </p:cNvPr>
          <p:cNvSpPr>
            <a:spLocks noGrp="1"/>
          </p:cNvSpPr>
          <p:nvPr>
            <p:ph type="title"/>
          </p:nvPr>
        </p:nvSpPr>
        <p:spPr bwMode="auto">
          <a:xfrm>
            <a:off x="468313" y="-79375"/>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a:t>الساعة السادسة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52AD99FB-4610-4669-8839-093883395AA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 المزمور الثالث والخمسون</a:t>
            </a:r>
            <a:endParaRPr lang="en-US" altLang="ar-EG" sz="4800"/>
          </a:p>
        </p:txBody>
      </p:sp>
      <p:sp>
        <p:nvSpPr>
          <p:cNvPr id="10243" name="Content Placeholder 2">
            <a:extLst>
              <a:ext uri="{FF2B5EF4-FFF2-40B4-BE49-F238E27FC236}">
                <a16:creationId xmlns:a16="http://schemas.microsoft.com/office/drawing/2014/main" id="{904E6385-BBD0-46E2-8B48-DE4EEF56C48F}"/>
              </a:ext>
            </a:extLst>
          </p:cNvPr>
          <p:cNvSpPr>
            <a:spLocks noGrp="1"/>
          </p:cNvSpPr>
          <p:nvPr>
            <p:ph idx="4294967295"/>
          </p:nvPr>
        </p:nvSpPr>
        <p:spPr bwMode="auto">
          <a:xfrm>
            <a:off x="0" y="873125"/>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اللهم باسمك خلصني، وبقوتك احكم لي. استمع يا الله صلاتي، وأنصت إلى كلام فمي. فإن الغرباء قد قاموا علي، والأقوياء طلبوا نفسي. لم يجعلوا الله أمامهم. هوذا الله عوني، والرب ناصر نفسي، يرد الشرور على أعدائي، بحقك استأصلهم. فأذبح لك طائعا، وأعترف لاسمك يا رب فإنه صالح. لأنك من جميع الشدائد</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a:extLst>
              <a:ext uri="{FF2B5EF4-FFF2-40B4-BE49-F238E27FC236}">
                <a16:creationId xmlns:a16="http://schemas.microsoft.com/office/drawing/2014/main" id="{F6821BF5-E94C-495B-9D33-58BB91EBCB53}"/>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نجيتني، وبأعدائي نظرت عيناي. </a:t>
            </a:r>
          </a:p>
        </p:txBody>
      </p:sp>
      <p:sp>
        <p:nvSpPr>
          <p:cNvPr id="11267" name="TextBox 3">
            <a:extLst>
              <a:ext uri="{FF2B5EF4-FFF2-40B4-BE49-F238E27FC236}">
                <a16:creationId xmlns:a16="http://schemas.microsoft.com/office/drawing/2014/main" id="{3CDA8AB6-474A-48F0-B987-1E3DB9828EE5}"/>
              </a:ext>
            </a:extLst>
          </p:cNvPr>
          <p:cNvSpPr txBox="1">
            <a:spLocks noChangeArrowheads="1"/>
          </p:cNvSpPr>
          <p:nvPr/>
        </p:nvSpPr>
        <p:spPr bwMode="auto">
          <a:xfrm>
            <a:off x="0" y="830263"/>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E2930F29-FDBC-4E68-A7D5-BCD1B06A80B5}"/>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90388CF8-9F2D-4C3F-8CF1-900086809510}"/>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CEA09F4A-BE26-49E7-AFBA-345CB377AA8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(2) المزمور السادس والخمسون</a:t>
            </a:r>
            <a:endParaRPr lang="en-US" altLang="ar-EG" sz="4800"/>
          </a:p>
        </p:txBody>
      </p:sp>
      <p:sp>
        <p:nvSpPr>
          <p:cNvPr id="12291" name="Content Placeholder 2">
            <a:extLst>
              <a:ext uri="{FF2B5EF4-FFF2-40B4-BE49-F238E27FC236}">
                <a16:creationId xmlns:a16="http://schemas.microsoft.com/office/drawing/2014/main" id="{1D1B5209-C2D4-4F56-9BED-4B121EFB5344}"/>
              </a:ext>
            </a:extLst>
          </p:cNvPr>
          <p:cNvSpPr>
            <a:spLocks noGrp="1"/>
          </p:cNvSpPr>
          <p:nvPr>
            <p:ph idx="4294967295"/>
          </p:nvPr>
        </p:nvSpPr>
        <p:spPr bwMode="auto">
          <a:xfrm>
            <a:off x="0" y="8382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ارحمني يا الله ارحمني، فإنه عليك توكلتْ نفسي. وبظل جناحيك أعتصم، إلى أن يعبر الإثم. أصرخ إلى الله العلي، الإله المحسن إلى. أرسل من السماء فخلصني، وجعل العار على الذين يطأونني. أرسل الله رحمته وحقه، وخلص نفسي من بين الأشبال إذ نمت مضطربا. أسنان أبناء البشر سلاح وسهام، ولسانهم سيف مرهف. اللهم ارتفع على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6A368864-E94A-425B-96EB-3EB87FDB47E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السموات، وليرتفع مجدك على سائر الأرض. نصبوا لرجلي فخاخا وأحنوا نفسي، حفروا قدام وجهي حفرة فسقطوا فيها. مستعد قلبي يا الله، مستعد قلبي، أسبح وأرتل في تمجيدي. استيقظ يا مجدي، استيقظ أيها المزمار والقيثارة. أنا أستيقظ مبكرا. أعترف لك في الشعوب يا رب، وأرتل لك في الأمم. لأن رحمتك قد عظمت إلى السموات، وإلى السحاب عدلك. اللهم ارتفع على السموات، وليرتفع</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460DCCBA-C48F-4411-BC1F-6103083AD975}"/>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مجدك على سائر الأرض.</a:t>
            </a:r>
          </a:p>
        </p:txBody>
      </p:sp>
      <p:sp>
        <p:nvSpPr>
          <p:cNvPr id="14339" name="TextBox 3">
            <a:extLst>
              <a:ext uri="{FF2B5EF4-FFF2-40B4-BE49-F238E27FC236}">
                <a16:creationId xmlns:a16="http://schemas.microsoft.com/office/drawing/2014/main" id="{5E5792CF-2515-4FF1-9C32-B344F73B83D4}"/>
              </a:ext>
            </a:extLst>
          </p:cNvPr>
          <p:cNvSpPr txBox="1">
            <a:spLocks noChangeArrowheads="1"/>
          </p:cNvSpPr>
          <p:nvPr/>
        </p:nvSpPr>
        <p:spPr bwMode="auto">
          <a:xfrm>
            <a:off x="0" y="830263"/>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A101D673-9E05-4581-AE71-57C0E768CD5C}"/>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52BB7682-BA00-40C6-915B-A76CD09F2165}"/>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1C4609A-4B33-4D14-8539-02325A1EEB2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(3) المزمور الستون</a:t>
            </a:r>
            <a:endParaRPr lang="en-US" altLang="ar-EG" sz="4800"/>
          </a:p>
        </p:txBody>
      </p:sp>
      <p:sp>
        <p:nvSpPr>
          <p:cNvPr id="15363" name="Content Placeholder 2">
            <a:extLst>
              <a:ext uri="{FF2B5EF4-FFF2-40B4-BE49-F238E27FC236}">
                <a16:creationId xmlns:a16="http://schemas.microsoft.com/office/drawing/2014/main" id="{D5E5B440-AA9B-42FC-81EB-41A12BC3DA30}"/>
              </a:ext>
            </a:extLst>
          </p:cNvPr>
          <p:cNvSpPr>
            <a:spLocks noGrp="1"/>
          </p:cNvSpPr>
          <p:nvPr>
            <p:ph idx="4294967295"/>
          </p:nvPr>
        </p:nvSpPr>
        <p:spPr bwMode="auto">
          <a:xfrm>
            <a:off x="0" y="8382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استمع يا الله طلبتي، وأصغ إلى صلاتي. من أقاصي الأرض صرخت إليك، عندما ضجر قلبي. على الصخرة رفعتني وأرشدتني. صرتَ رجائي، وبرجا حصينا في وجه العدو. فأسكن في مسكنك إلى الدهر، وأستظل بستر جناحيك. لأنك أنت يا الله استمعت صلواتي، أعطيت ميراثا لخائفي اسمك. تزيد الملك أياما على أيامه، وسنينَ على سنيّه. إلى جيل فجيل،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556094F6-2DCB-4CE8-9D20-06D105830A77}"/>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ويدوم إلى الأبد قدام الله. رحمتك وحقك يحفظانه. هكذا أرتل لاسمك إلى دهر الدهور، لأفي نذوري يوما فيوما.</a:t>
            </a:r>
          </a:p>
        </p:txBody>
      </p:sp>
      <p:sp>
        <p:nvSpPr>
          <p:cNvPr id="16387" name="TextBox 3">
            <a:extLst>
              <a:ext uri="{FF2B5EF4-FFF2-40B4-BE49-F238E27FC236}">
                <a16:creationId xmlns:a16="http://schemas.microsoft.com/office/drawing/2014/main" id="{A92F91F5-7458-451A-817A-840084BC2633}"/>
              </a:ext>
            </a:extLst>
          </p:cNvPr>
          <p:cNvSpPr txBox="1">
            <a:spLocks noChangeArrowheads="1"/>
          </p:cNvSpPr>
          <p:nvPr/>
        </p:nvSpPr>
        <p:spPr bwMode="auto">
          <a:xfrm>
            <a:off x="0" y="2133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96E7BB84-B2B7-47B5-869D-3F11C7F34729}"/>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0685530D-3171-4F29-A5C3-DC19BDFD8469}"/>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59AFCB8A-320F-4C52-B467-6EEC304637B3}"/>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(4) المزمور الثاني والستون</a:t>
            </a:r>
            <a:endParaRPr lang="en-US" altLang="ar-EG" sz="4800"/>
          </a:p>
        </p:txBody>
      </p:sp>
      <p:sp>
        <p:nvSpPr>
          <p:cNvPr id="17411" name="Content Placeholder 2">
            <a:extLst>
              <a:ext uri="{FF2B5EF4-FFF2-40B4-BE49-F238E27FC236}">
                <a16:creationId xmlns:a16="http://schemas.microsoft.com/office/drawing/2014/main" id="{8B426058-9E67-4F1B-81CB-502235BEE070}"/>
              </a:ext>
            </a:extLst>
          </p:cNvPr>
          <p:cNvSpPr>
            <a:spLocks noGrp="1"/>
          </p:cNvSpPr>
          <p:nvPr>
            <p:ph idx="4294967295"/>
          </p:nvPr>
        </p:nvSpPr>
        <p:spPr bwMode="auto">
          <a:xfrm>
            <a:off x="0" y="8382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الله إلهي، إليك أبكر، عطشت إليك نفسي. يشتاق إليك جسدي، في أرض مقفرة وموضع غير مسلوك ومكان بلا ماء. هكذا ظهرت لك في القدس، لأرى قوتك ومجدك. لأن رحمتك أفضل من الحياة، شفتاي تسبحانك. لذلك أباركك في حياتي، وباسمك أرفع يدي. فتشبع نفسي كما من شحم ودسم. بشفاه الابتهاج نبارك اسمك. كنت أذكرك على فراشي، وفى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D87C3903-D2C0-4D76-86A6-64D0447913C7}"/>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أوقات الأسحار كنت أرتل لك. لأنك صرت لي عونا، وبظل جناحيك أبتهج. التحقت نفسي وراءك، ويمينك عضدتني. أما الذين طلبوا نفسي للهلاك، فيدخلون في أسافل الأرض. ويدفعون إلى يد السيف، ويكونون أنصبة للثعالب. أما الملك فيفرح بالله، ويفتخر كل من يحلف به. لأن أفواه المتكلمين بالظلم تسد.</a:t>
            </a:r>
          </a:p>
        </p:txBody>
      </p:sp>
      <p:sp>
        <p:nvSpPr>
          <p:cNvPr id="18435" name="TextBox 3">
            <a:extLst>
              <a:ext uri="{FF2B5EF4-FFF2-40B4-BE49-F238E27FC236}">
                <a16:creationId xmlns:a16="http://schemas.microsoft.com/office/drawing/2014/main" id="{429CAE6F-5B58-407F-B607-DBB9B05847A7}"/>
              </a:ext>
            </a:extLst>
          </p:cNvPr>
          <p:cNvSpPr txBox="1">
            <a:spLocks noChangeArrowheads="1"/>
          </p:cNvSpPr>
          <p:nvPr/>
        </p:nvSpPr>
        <p:spPr bwMode="auto">
          <a:xfrm>
            <a:off x="0" y="51054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39D2CBC8-0E84-445F-957C-83436AE29A29}"/>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983E7B8A-3A33-4D2B-AE4F-BB2135AB4554}"/>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19F97ED5-5A30-4BA7-8C0C-4996EF9D3C6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(5) المزمور السادس والستون </a:t>
            </a:r>
            <a:endParaRPr lang="en-US" altLang="ar-EG" sz="4800"/>
          </a:p>
        </p:txBody>
      </p:sp>
      <p:sp>
        <p:nvSpPr>
          <p:cNvPr id="19459" name="Content Placeholder 2">
            <a:extLst>
              <a:ext uri="{FF2B5EF4-FFF2-40B4-BE49-F238E27FC236}">
                <a16:creationId xmlns:a16="http://schemas.microsoft.com/office/drawing/2014/main" id="{64881488-84CD-401E-9E79-703C329F5B49}"/>
              </a:ext>
            </a:extLst>
          </p:cNvPr>
          <p:cNvSpPr>
            <a:spLocks noGrp="1"/>
          </p:cNvSpPr>
          <p:nvPr>
            <p:ph idx="4294967295"/>
          </p:nvPr>
        </p:nvSpPr>
        <p:spPr bwMode="auto">
          <a:xfrm>
            <a:off x="0" y="8382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ليتراءف الله علينا ويباركنا، وليظهر وجه علينا ويرحمنا. لتعرف في الأرض طريقك، وفى جميع الأمم خلاصك. فلتعترف لك الشعوب يا الله، فلتعترف لك الشعوب كلها. لتفرح الأمم وتبتهج، لأنك تحكم في الشعوب بالاستقامة، وتهدى الأمم في الأرض. فلتعترف لك الشعوب يا الله، فلتعترف لك الشعوب جميعا. الأرض أعطت ثمرتها، فليباركنا الله إلهنا. ليباركنا الله،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5827DFDD-AC1E-4B99-BB44-C5A2946B34A9}"/>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فلتخشه جميع أقطار الأرض.</a:t>
            </a:r>
          </a:p>
        </p:txBody>
      </p:sp>
      <p:sp>
        <p:nvSpPr>
          <p:cNvPr id="20483" name="TextBox 3">
            <a:extLst>
              <a:ext uri="{FF2B5EF4-FFF2-40B4-BE49-F238E27FC236}">
                <a16:creationId xmlns:a16="http://schemas.microsoft.com/office/drawing/2014/main" id="{AF680982-6EBF-4822-92DD-F9D9E10F381A}"/>
              </a:ext>
            </a:extLst>
          </p:cNvPr>
          <p:cNvSpPr txBox="1">
            <a:spLocks noChangeArrowheads="1"/>
          </p:cNvSpPr>
          <p:nvPr/>
        </p:nvSpPr>
        <p:spPr bwMode="auto">
          <a:xfrm>
            <a:off x="0" y="609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10" name="Rectangle 9">
            <a:hlinkClick r:id="rId2" action="ppaction://hlinksldjump"/>
            <a:extLst>
              <a:ext uri="{FF2B5EF4-FFF2-40B4-BE49-F238E27FC236}">
                <a16:creationId xmlns:a16="http://schemas.microsoft.com/office/drawing/2014/main" id="{DBDEF8A4-D6C3-41BD-8EED-6F30EE7F6BFF}"/>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11" name="Rectangle 10">
            <a:hlinkClick r:id="rId3" action="ppaction://hlinksldjump"/>
            <a:extLst>
              <a:ext uri="{FF2B5EF4-FFF2-40B4-BE49-F238E27FC236}">
                <a16:creationId xmlns:a16="http://schemas.microsoft.com/office/drawing/2014/main" id="{C713D29C-3D73-40BE-8214-BB7E7E30072D}"/>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90F3212D-1D14-4754-8755-35B93F908CC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(6) المزمور التاسع والستون</a:t>
            </a:r>
            <a:endParaRPr lang="en-US" altLang="ar-EG" sz="4800"/>
          </a:p>
        </p:txBody>
      </p:sp>
      <p:sp>
        <p:nvSpPr>
          <p:cNvPr id="21507" name="Content Placeholder 2">
            <a:extLst>
              <a:ext uri="{FF2B5EF4-FFF2-40B4-BE49-F238E27FC236}">
                <a16:creationId xmlns:a16="http://schemas.microsoft.com/office/drawing/2014/main" id="{A16C7829-2222-467B-9C19-65EB77AF01C7}"/>
              </a:ext>
            </a:extLst>
          </p:cNvPr>
          <p:cNvSpPr>
            <a:spLocks noGrp="1"/>
          </p:cNvSpPr>
          <p:nvPr>
            <p:ph idx="4294967295"/>
          </p:nvPr>
        </p:nvSpPr>
        <p:spPr bwMode="auto">
          <a:xfrm>
            <a:off x="0" y="8382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اللهم التفت إلى معونتي، يا رب أسرع وأعنى. ليخزى ويخجل طالبو نفسي، وليرتدَّ إلى خلف ويخجل الذين يبتغون لي الشر. وليرجع بالخزي سريعا القائلون لي: نِعِمَّا نِعِمَّا. وليبتهج ويفرح بك جميع الذين يلتمسونك، وليقل في كل حين محبو خلاصك: فليتعظم الرب. وأما أنا فمسكين وفقير، اللهم أعنى. أنت</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8FAB032B-FC2A-49E5-B48B-45247592A5FA}"/>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معيني ومخلصي يا رب فلا تبطئ.</a:t>
            </a:r>
          </a:p>
        </p:txBody>
      </p:sp>
      <p:sp>
        <p:nvSpPr>
          <p:cNvPr id="22531" name="TextBox 3">
            <a:extLst>
              <a:ext uri="{FF2B5EF4-FFF2-40B4-BE49-F238E27FC236}">
                <a16:creationId xmlns:a16="http://schemas.microsoft.com/office/drawing/2014/main" id="{42320DF9-DAA7-447C-9260-4CF9361C092E}"/>
              </a:ext>
            </a:extLst>
          </p:cNvPr>
          <p:cNvSpPr txBox="1">
            <a:spLocks noChangeArrowheads="1"/>
          </p:cNvSpPr>
          <p:nvPr/>
        </p:nvSpPr>
        <p:spPr bwMode="auto">
          <a:xfrm>
            <a:off x="0" y="609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782F9D16-D090-44CC-8F40-EC1352BEA976}"/>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70A675D3-A1C8-4E1A-AACF-CD67D46A8150}"/>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B8C859AD-D962-43BF-9734-8745E116A5A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(7) المزمور الثالث والثمانون</a:t>
            </a:r>
            <a:endParaRPr lang="en-US" altLang="ar-EG" sz="4800"/>
          </a:p>
        </p:txBody>
      </p:sp>
      <p:sp>
        <p:nvSpPr>
          <p:cNvPr id="23555" name="Content Placeholder 2">
            <a:extLst>
              <a:ext uri="{FF2B5EF4-FFF2-40B4-BE49-F238E27FC236}">
                <a16:creationId xmlns:a16="http://schemas.microsoft.com/office/drawing/2014/main" id="{9438E085-115C-4720-9847-6F270BC35ED3}"/>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مساكنك محبوبة يا رب إله القوات. تشتاق وتذوب نفسي للدخول إلى ديار الرب. قلبي وجسمي قد ابتهجا بالإله الحي. لأن العصفور وجد له بيتا، واليمامة عشا لتضع فيه أفراخها. مذابحَك يا رب اله القوات، ملكي وإلهي. طوبى لكل الساكنين في بيتك، يباركونك إلى الأبد. طوبى للرجل الذي نصرته من عندك يا رب، رتب مصاعد في قلبه. في وادي البكاء، في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0233E985-280A-4527-8707-3E5A03C0F302}"/>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المكان الذي قرره. لأن البركات يعطيها واضع الناموس. يسيرون من قوة إلى قوة، يتجلى إله الآلهة في صهيونَ. أيها الرب إله القوات استمع لصلاتي، أنصت يا إله يعقوب. وانظر أيها الإله ناصرنا، واطلع إلى وجه مسيحك. لأن يوما صالحا في ديارك خير من آلاف. اخترت لنفسي أن أطرَح على باب بيت الله، أفضل من أن أسكن في مظال الخطاة. لأن الرب الإله يحب الرحمة والحق، ويعطى مجدا ونعمة.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93729C6A-D174-41BB-99C9-D5B9DFFF7F4C}"/>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الرب لا يمنع الخيرات عن السالكين بالدعة. يا رب إله القوات، طوبى للإنسان المتكل عليك.</a:t>
            </a:r>
          </a:p>
        </p:txBody>
      </p:sp>
      <p:sp>
        <p:nvSpPr>
          <p:cNvPr id="25603" name="TextBox 3">
            <a:extLst>
              <a:ext uri="{FF2B5EF4-FFF2-40B4-BE49-F238E27FC236}">
                <a16:creationId xmlns:a16="http://schemas.microsoft.com/office/drawing/2014/main" id="{7C9D77C3-1C84-49EC-9EAA-DF7645B782E9}"/>
              </a:ext>
            </a:extLst>
          </p:cNvPr>
          <p:cNvSpPr txBox="1">
            <a:spLocks noChangeArrowheads="1"/>
          </p:cNvSpPr>
          <p:nvPr/>
        </p:nvSpPr>
        <p:spPr bwMode="auto">
          <a:xfrm>
            <a:off x="0" y="1447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E2316F42-8F5D-4766-91AC-53E5CE812C87}"/>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D53ADB5C-705D-4067-A2E1-0D757CDAB32B}"/>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CDC0B9A-C482-4C1A-A439-6C2F339376E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(8) المزمور الرابع والثمانون</a:t>
            </a:r>
            <a:endParaRPr lang="en-US" altLang="ar-EG" sz="4800"/>
          </a:p>
        </p:txBody>
      </p:sp>
      <p:sp>
        <p:nvSpPr>
          <p:cNvPr id="26627" name="Content Placeholder 2">
            <a:extLst>
              <a:ext uri="{FF2B5EF4-FFF2-40B4-BE49-F238E27FC236}">
                <a16:creationId xmlns:a16="http://schemas.microsoft.com/office/drawing/2014/main" id="{7E92F130-5773-484F-BB22-1297F35FA6B1}"/>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رضيتَ يا رب عن أرضك، رددتَ سبى يعقوب. غفرتَ آثام شعبك، سترتَ جميع خطاياهم. حللتَ كل رجزك، رجعتَ عن سخط غضبك. ردَّنا يا إله خلاصنا، واصرف غضبك عنا. هل إلى الأبد تغضب علينا، أو تواصل رجزك من جيل إلى جيل؟ أنت يا الله تعود فتحيينا، وشعبك يفرح بك. أرنا يا رب رحمتك، وأعطنا خلاصك.</a:t>
            </a:r>
            <a:r>
              <a:rPr lang="ar-EG" altLang="ar-EG" sz="4800" b="1">
                <a:cs typeface="Times New Roman" panose="02020603050405020304" pitchFamily="18" charset="0"/>
              </a:rPr>
              <a:t> </a:t>
            </a:r>
            <a:r>
              <a:rPr lang="ar-SA" altLang="ar-EG" sz="4800" b="1">
                <a:cs typeface="Times New Roman" panose="02020603050405020304" pitchFamily="18" charset="0"/>
              </a:rPr>
              <a:t>إني أسمع ما يتكلم به الرب الإله، لأنه يتكلم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81650C71-0E62-415E-910F-CFE0555BE1A6}"/>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بالسلام لشعبه ولقديسيه، وللذين رجعوا إليه بكل قلوبهم. لأن خلاصه قريب من جميع خائفيه، ليسكن المجد في أرضنا. الرحمة والحق تلاقيا، البر والسلام تلاثما. الحق من الأرض أشرق، والبر من السماء تطلع. لأن الرب يعطى الخيرات، وأرضنا تعطى ثمرها. البر أمامه يسلك ويطأ في طريق خطواته.</a:t>
            </a:r>
          </a:p>
        </p:txBody>
      </p:sp>
      <p:sp>
        <p:nvSpPr>
          <p:cNvPr id="27651" name="TextBox 3">
            <a:extLst>
              <a:ext uri="{FF2B5EF4-FFF2-40B4-BE49-F238E27FC236}">
                <a16:creationId xmlns:a16="http://schemas.microsoft.com/office/drawing/2014/main" id="{41513063-8FFC-4287-A5B4-4D989C2BF1DF}"/>
              </a:ext>
            </a:extLst>
          </p:cNvPr>
          <p:cNvSpPr txBox="1">
            <a:spLocks noChangeArrowheads="1"/>
          </p:cNvSpPr>
          <p:nvPr/>
        </p:nvSpPr>
        <p:spPr bwMode="auto">
          <a:xfrm>
            <a:off x="0" y="51054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947F3516-AA3F-4CC7-974F-C867E2369A0C}"/>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A48A731E-FF26-4D47-B712-D5576511DBE4}"/>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4EDC8E21-C9DD-472A-8B7E-E133B8680CF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(9) المزمور الخامس والثمانون</a:t>
            </a:r>
            <a:endParaRPr lang="en-US" altLang="ar-EG" sz="4800"/>
          </a:p>
        </p:txBody>
      </p:sp>
      <p:sp>
        <p:nvSpPr>
          <p:cNvPr id="28675" name="Content Placeholder 2">
            <a:extLst>
              <a:ext uri="{FF2B5EF4-FFF2-40B4-BE49-F238E27FC236}">
                <a16:creationId xmlns:a16="http://schemas.microsoft.com/office/drawing/2014/main" id="{095A6C7C-62C8-43B0-A598-15E613B35601}"/>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أمل يا رب أذنك واستمعني، لأني مسكين وبائس أنا. احفظ نفسي لأني بار، يا إلهي خلص عبدك المتكل عليك. ارحمني يا رب، لأني إليك أصرخ اليوم كله. فرح نفس عبدك، لأني إليك يا رب رفعت نفسي. لأنك أنت يا رب صالح ووديع، ورحمتك كثيرة لكافة المستغيثين بك. أنصت يا رب إلي صلاتي، وأصغ إلى صوت تضرعي. في يوم شدتي إليك صرختُ</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B93FD3D8-505F-4F67-BA30-C147D2CF7C68}"/>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فأجبتني. فليس لك شبيه في الآلهة يا رب، ولا من يصنع كأعمالك. كل الأمم الذين خلقتهم يأتون ويسجدون أمامك يا رب، ويمجدون اسمك. لأنك أنت عظيم وصانع العجائب، أنت وحدك الإله العظيم. اهدني يا رب إلى طريقك فأسلك في حقك، ليفرح قلبي عند خوفه من اسمك. أعترف لك أيها الرب إلهي من كل قلبي، وأمجد اسمك إلى الأبد. لأن رحمتك عظيمة على، وقد نجيت نفسي من الجحيم السفلي.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0DACFF1E-322F-42E9-AF3F-BF49F80F032D}"/>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اللهم إن مخالفي الناموس قد قاموا علىّ ومجمع الأعزاء طلبوا نفسي، ولم يسبقوا أن يجعلوك أمامهم. وأنت أيها الرب الإله أنت رؤوف ورحيم. أنت طويل الروح، وكثير الرحمة وصادق. انظر إلي وارحمني. أعطِ عزة لعبدك، وخلص ابن أمتك. اصنع معي آية صالحة، ليرى ذلك مبغضي فيخزوا. لأنك  أنت يا رب أعنتني وعزيتني.</a:t>
            </a:r>
          </a:p>
        </p:txBody>
      </p:sp>
      <p:sp>
        <p:nvSpPr>
          <p:cNvPr id="30723" name="TextBox 3">
            <a:extLst>
              <a:ext uri="{FF2B5EF4-FFF2-40B4-BE49-F238E27FC236}">
                <a16:creationId xmlns:a16="http://schemas.microsoft.com/office/drawing/2014/main" id="{29C4B13B-70F4-4A41-985D-AD6CBB438C19}"/>
              </a:ext>
            </a:extLst>
          </p:cNvPr>
          <p:cNvSpPr txBox="1">
            <a:spLocks noChangeArrowheads="1"/>
          </p:cNvSpPr>
          <p:nvPr/>
        </p:nvSpPr>
        <p:spPr bwMode="auto">
          <a:xfrm>
            <a:off x="0" y="5170488"/>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DC8DC3CD-B8C2-4840-9F6B-A57EC57D813C}"/>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B10B0A57-242D-4515-89BD-0A74AE5EF8C2}"/>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2AE6BB99-5F42-4B90-B5F9-69BEEA20593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(10) المزمور السادس والثمانون</a:t>
            </a:r>
            <a:endParaRPr lang="en-US" altLang="ar-EG" sz="4800"/>
          </a:p>
        </p:txBody>
      </p:sp>
      <p:sp>
        <p:nvSpPr>
          <p:cNvPr id="31747" name="Content Placeholder 2">
            <a:extLst>
              <a:ext uri="{FF2B5EF4-FFF2-40B4-BE49-F238E27FC236}">
                <a16:creationId xmlns:a16="http://schemas.microsoft.com/office/drawing/2014/main" id="{41A2DBBB-818E-4EA4-BF4A-50BA1A5187A3}"/>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أساساته في الجبال المقدسة. يحب الرب أبواب صهيون، أفضل من جميع مساكن يعقوب. أعمال مجيدة قد قيلت عنك يا مدينة الله. أذكر رَهَبَ وبابل اللتين تعرفانني. هوذا القبائل الغريبة وصور وشعب الحبشة، هؤلاء كانوا هناك. صهيون الأم تقول إن إنسانا وإنسانا ولد فيها، وهو العلي الذي أسسها إلى الأبد. الرب يحدّث في كتب الشعوب والرؤساء، أولئك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B380388E-EE11-44E7-81A9-11715EF7B47A}"/>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الذين ولدوا فيها. لأن سكنى الفرحين جميعهم فيكِ.</a:t>
            </a:r>
          </a:p>
        </p:txBody>
      </p:sp>
      <p:sp>
        <p:nvSpPr>
          <p:cNvPr id="32771" name="TextBox 3">
            <a:extLst>
              <a:ext uri="{FF2B5EF4-FFF2-40B4-BE49-F238E27FC236}">
                <a16:creationId xmlns:a16="http://schemas.microsoft.com/office/drawing/2014/main" id="{1266BEB7-B909-4447-8DD5-80B46519BC15}"/>
              </a:ext>
            </a:extLst>
          </p:cNvPr>
          <p:cNvSpPr txBox="1">
            <a:spLocks noChangeArrowheads="1"/>
          </p:cNvSpPr>
          <p:nvPr/>
        </p:nvSpPr>
        <p:spPr bwMode="auto">
          <a:xfrm>
            <a:off x="0" y="1371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EFCA9543-83AA-4D4B-B118-3BEF57ECC98E}"/>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37DC904B-1BD3-4BBF-B561-E399F3E06F87}"/>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188FEDBC-4ED4-4185-922E-D9BF373FCC3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(11) المزمور التسعون</a:t>
            </a:r>
            <a:endParaRPr lang="en-US" altLang="ar-EG" sz="4800"/>
          </a:p>
        </p:txBody>
      </p:sp>
      <p:sp>
        <p:nvSpPr>
          <p:cNvPr id="33795" name="Content Placeholder 2">
            <a:extLst>
              <a:ext uri="{FF2B5EF4-FFF2-40B4-BE49-F238E27FC236}">
                <a16:creationId xmlns:a16="http://schemas.microsoft.com/office/drawing/2014/main" id="{9E9E7AA2-594A-46BE-A358-B168A5C0F4A9}"/>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الساكن في عون العَليّ، يستريح في ظل إله السماء. يقول للرب أنت هو ناصري وملجأي، إلهي فأتكل عليه. لأنه ينجيك من فخ الصياد، ومن كلمة مقلقة. في وسط منكبيه يظللك، وتحت جناحيه تعتصم، عدله يحيط بك كالسلاح. فلا تخشى من خوف الليل، ولا من سهم يطير في النهار. ولا من أمر يسلك في الظلمة، ولا من سقطة وشيطان الظهيرة.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B61ABC07-B07B-4333-A640-97F852C3DC5B}"/>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يسقط عن يسارك ألوف، وعن يمينك ربوات، وأما أنت فلا يقتربون إليك. بل بعينيك تتأمل، ومجازاة الخطاة تبصر. لأنك أنت يا رب رجائي. جعلتَ العليَّ ملجأك. فلا تصيبك الشرور، ولا تدنو ضربة من مسكنك. لأنه يوصى ملائكته بك، ليحفظوك في سائر طرقك. وعلى أيديهم يحملونك، لئلا تعثر بحجر رجلك. تطأ الأفعى وملكَ الحيات، وتسحق الأسد والتنين. لأنه على أتكل فأنجيه، أرَفعه (أستره)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82A30669-D0B7-41B7-AE69-78C0474C52C4}"/>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لأنه عرف اسمي. يدعوني فأستجيب له. معه أنا في الشدة، أنقذه وأمجده. ومن طول الأيام أشبعه، وأريه خلاصي.</a:t>
            </a:r>
          </a:p>
        </p:txBody>
      </p:sp>
      <p:sp>
        <p:nvSpPr>
          <p:cNvPr id="35843" name="TextBox 3">
            <a:extLst>
              <a:ext uri="{FF2B5EF4-FFF2-40B4-BE49-F238E27FC236}">
                <a16:creationId xmlns:a16="http://schemas.microsoft.com/office/drawing/2014/main" id="{F7E56F20-B436-4840-9EE4-2B1A90D71DD8}"/>
              </a:ext>
            </a:extLst>
          </p:cNvPr>
          <p:cNvSpPr txBox="1">
            <a:spLocks noChangeArrowheads="1"/>
          </p:cNvSpPr>
          <p:nvPr/>
        </p:nvSpPr>
        <p:spPr bwMode="auto">
          <a:xfrm>
            <a:off x="0" y="2209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2B130481-3ADD-4045-9E3D-C80C9807C9FC}"/>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43A492BE-B05B-4150-B16E-117ED2FB8745}"/>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87585981-CAE8-4EC9-A9D8-45D69E02B87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(12) المزمور الثاني والتسعون</a:t>
            </a:r>
            <a:endParaRPr lang="en-US" altLang="ar-EG" sz="4800"/>
          </a:p>
        </p:txBody>
      </p:sp>
      <p:sp>
        <p:nvSpPr>
          <p:cNvPr id="36867" name="Content Placeholder 2">
            <a:extLst>
              <a:ext uri="{FF2B5EF4-FFF2-40B4-BE49-F238E27FC236}">
                <a16:creationId xmlns:a16="http://schemas.microsoft.com/office/drawing/2014/main" id="{E86CEC20-E5E1-42DA-89EB-582DF324A8D2}"/>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قد ملك، ولبس الجلال. لبس الرب القوة، وتمنطق بها. لأنه ثبت المسكونة فلن تتزعزع. كرسيك ثابت منذ البدء، وأنت هو منذ الأزل. رفعت الأنهار يا رب، رفعت الأنهار صوتها. ترفع الأنهار صوتها، من صوت مياه كثيرة. عجيبة هي أهوال البحر، وعجيب هو الرب في الأعالي. شهاداته صادقة جدا، لبيتك ينبغي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8E4AC91B-EDA9-4362-A80C-206632F55D8C}"/>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التقديس يا رب طول الأيام.</a:t>
            </a:r>
          </a:p>
        </p:txBody>
      </p:sp>
      <p:sp>
        <p:nvSpPr>
          <p:cNvPr id="37891" name="TextBox 3">
            <a:extLst>
              <a:ext uri="{FF2B5EF4-FFF2-40B4-BE49-F238E27FC236}">
                <a16:creationId xmlns:a16="http://schemas.microsoft.com/office/drawing/2014/main" id="{D6CE3EAA-53D8-4B14-BFFD-67692C8A9F08}"/>
              </a:ext>
            </a:extLst>
          </p:cNvPr>
          <p:cNvSpPr txBox="1">
            <a:spLocks noChangeArrowheads="1"/>
          </p:cNvSpPr>
          <p:nvPr/>
        </p:nvSpPr>
        <p:spPr bwMode="auto">
          <a:xfrm>
            <a:off x="0" y="762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8" name="Rectangle 7">
            <a:hlinkClick r:id="rId2" action="ppaction://hlinksldjump"/>
            <a:extLst>
              <a:ext uri="{FF2B5EF4-FFF2-40B4-BE49-F238E27FC236}">
                <a16:creationId xmlns:a16="http://schemas.microsoft.com/office/drawing/2014/main" id="{5BE922F3-A801-41E0-A78A-79B83EFE269F}"/>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السادسة</a:t>
            </a:r>
            <a:endParaRPr lang="en-US" sz="4000" b="1" dirty="0">
              <a:solidFill>
                <a:schemeClr val="bg1"/>
              </a:solidFill>
            </a:endParaRPr>
          </a:p>
        </p:txBody>
      </p:sp>
      <p:sp>
        <p:nvSpPr>
          <p:cNvPr id="9" name="Rectangle 8">
            <a:hlinkClick r:id="rId3" action="ppaction://hlinksldjump"/>
            <a:extLst>
              <a:ext uri="{FF2B5EF4-FFF2-40B4-BE49-F238E27FC236}">
                <a16:creationId xmlns:a16="http://schemas.microsoft.com/office/drawing/2014/main" id="{AF7198BB-BE2F-418E-B52C-CBBEC794972E}"/>
              </a:ext>
            </a:extLst>
          </p:cNvPr>
          <p:cNvSpPr/>
          <p:nvPr/>
        </p:nvSpPr>
        <p:spPr>
          <a:xfrm flipH="1">
            <a:off x="6019800" y="6093976"/>
            <a:ext cx="3048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السادسة</a:t>
            </a:r>
            <a:endParaRPr lang="en-US" sz="4000" b="1" dirty="0">
              <a:solidFill>
                <a:schemeClr val="bg1"/>
              </a:solidFill>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CC4D6E2F-3A7F-4A84-9159-8561047EB34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إنجيل الساعة السادسة (</a:t>
            </a:r>
            <a:r>
              <a:rPr lang="ar-SA" altLang="ar-EG" sz="4800"/>
              <a:t>إنجيل متى5: 1ـ16</a:t>
            </a:r>
            <a:r>
              <a:rPr lang="ar-EG" altLang="ar-EG" sz="4800"/>
              <a:t>)</a:t>
            </a:r>
            <a:endParaRPr lang="en-US" altLang="ar-EG" sz="4800"/>
          </a:p>
        </p:txBody>
      </p:sp>
      <p:sp>
        <p:nvSpPr>
          <p:cNvPr id="38915" name="Content Placeholder 2">
            <a:extLst>
              <a:ext uri="{FF2B5EF4-FFF2-40B4-BE49-F238E27FC236}">
                <a16:creationId xmlns:a16="http://schemas.microsoft.com/office/drawing/2014/main" id="{5F6B1EBE-0A2C-4A8C-A542-B19F15CA18D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فلما أبصر الجموع صعد إلى الجبل. وعندما جلس تقدم إليه تلاميذه، ففتح فاه وعلمهم قائلا: طوبى للمساكين بالروح، لأن لهم ملكوت السموات. طوبى للحزانى الآن، لأنهم يتعزون. طوبى للودعاء، لأنهم يرثون الأرضَ. طوبى للجياع والعطاش إلى البر لأنهم يُشبعون. طوبى للرحماء لأنهم يُرحمون. طوبى لأنقياء القلب لأنهم يعاينون الله. طوبى لصانعي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B48ACCDA-18DF-4D2F-B621-AACD7998061A}"/>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السلام، لأنهم يُدعَون أبناءَ الله. طوبى للمطرودين من أجل البر لأن لهم ملكوت السموات. طوبى لكم إذا طردوكم وعيروكم وقالوا فيكم من أجلي كل شر كاذبين. افرحوا وتهللوا لأن أجركم عظيم في السموات، فإنهم هكذا طردوا الأنبياء الذين كانوا قبلكم. أنتم مِلح الأرض، فإذا فسد المِلح فبماذا يُملح؟ لا يصلح بعد لشيء، إلا لأن يطرح خارجا وتدوسه الناس. أنتم نور العالم. لا يمكن أن تخفى مدينة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8E2F19C4-9DE8-4F18-AF7A-AB97BDC8C689}"/>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كائنة على جبل. ولا يوقدون سراجا ويضعونه تحت المكيال، بل يضعونه على المنارة فيضيء لكل من في البيت. هكذا فليضئ نوركم قدام الناس، لكي يروا أعمالكم الصالحة فيمجدوا أباكم الذي في السموات.</a:t>
            </a:r>
          </a:p>
        </p:txBody>
      </p:sp>
      <p:sp>
        <p:nvSpPr>
          <p:cNvPr id="40963" name="TextBox 3">
            <a:extLst>
              <a:ext uri="{FF2B5EF4-FFF2-40B4-BE49-F238E27FC236}">
                <a16:creationId xmlns:a16="http://schemas.microsoft.com/office/drawing/2014/main" id="{0289F09E-15C4-4D06-8138-01B76DA642C6}"/>
              </a:ext>
            </a:extLst>
          </p:cNvPr>
          <p:cNvSpPr txBox="1">
            <a:spLocks noChangeArrowheads="1"/>
          </p:cNvSpPr>
          <p:nvPr/>
        </p:nvSpPr>
        <p:spPr bwMode="auto">
          <a:xfrm>
            <a:off x="0" y="3786188"/>
            <a:ext cx="3429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EF206D13-6586-470D-8335-F949A435BAC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الساعة السادسة</a:t>
            </a:r>
            <a:endParaRPr lang="en-US" altLang="ar-EG" sz="4800"/>
          </a:p>
        </p:txBody>
      </p:sp>
      <p:sp>
        <p:nvSpPr>
          <p:cNvPr id="41987" name="Content Placeholder 2">
            <a:extLst>
              <a:ext uri="{FF2B5EF4-FFF2-40B4-BE49-F238E27FC236}">
                <a16:creationId xmlns:a16="http://schemas.microsoft.com/office/drawing/2014/main" id="{7362F446-8A75-44FF-89ED-ECB43F91744F}"/>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يا من في اليوم السادس وفى الساعة السادسة سمرت على الصليب، من أجل الخطية التي تجرأ عليها أبونا أدم في الفردوس، مزق صك خطايانا أيها المسيح إلهنا وخلصنا. أنا صرخت إلى الله والرب سمعني. اللهم استجب صلاتي ولا ترفض طلبتي. التفت إليّ واسمعني. عشية وباكر ووقت الظهر، كلامي أقوله فيسمع صوتي، ويخلص نفسي بسلام. </a:t>
            </a:r>
            <a:r>
              <a:rPr lang="ar-SA" altLang="ar-EG" sz="4800" b="1">
                <a:solidFill>
                  <a:srgbClr val="FFC000"/>
                </a:solidFill>
                <a:cs typeface="Times New Roman" panose="02020603050405020304" pitchFamily="18" charset="0"/>
              </a:rPr>
              <a:t>(ذوكصابترى..)</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548CE73C-6D71-4862-9E0B-E66240DAD576}"/>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يا يسوع المسيح إلهنا الذي سمرتَ على الصليب في الساعة السادسة، وقتلت الخطية بالخشبة، وأحييت الميت بموتك، الذي هو الإنسان الذي خلقته بيديك، الذي مات بالخطية. اقتل أوجاعنا بآلامك الشافية المحيية، وبالمسامير التي سمرت بها، أنقذ عقولنا من طياشة الأعمال الهيولية والشهوات العالمية، إلى تذكر أحكامك السمائية كرأفتك.</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C6C514A3-1CDC-4F91-8F88-73BDE8535902}"/>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إذ ليس لنا دالة ولا حجة ولا معذرة من أجل كثرة خطايانا، فنحن بك نتوسل إلى الذي ولد منك يا والدة الإله العذراء. لأن كثيرة هي شفاعتك، قوية ومقبولة عند مخلصنا. أيتها الأم الطاهرة، لا ترفضني الخطاة من شفاعتك عند الذي ولد منك، لأنه رحوم وقادر على خلاصنا، لأنه تألم من أجلنا لكي ينقذنا، فلتدركنا رأفتك سريعا لأننا قد تمسكنَّا جدا. أعنا يا الله مخلصنا من أجل مجد اسمك. يا رب نجنا</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A7FBEDF6-C48D-4102-BB9D-B9B51E3358A3}"/>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واغفر لنا خطايانا، من أجل اسمك القدوس</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
        <p:nvSpPr>
          <p:cNvPr id="3" name="Content Placeholder 2">
            <a:extLst>
              <a:ext uri="{FF2B5EF4-FFF2-40B4-BE49-F238E27FC236}">
                <a16:creationId xmlns:a16="http://schemas.microsoft.com/office/drawing/2014/main" id="{89A0F612-D7D4-407B-979E-8BD467F47CCD}"/>
              </a:ext>
            </a:extLst>
          </p:cNvPr>
          <p:cNvSpPr txBox="1">
            <a:spLocks/>
          </p:cNvSpPr>
          <p:nvPr/>
        </p:nvSpPr>
        <p:spPr bwMode="auto">
          <a:xfrm>
            <a:off x="0" y="160020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en-US" sz="4800" b="1" kern="0" dirty="0">
                <a:solidFill>
                  <a:srgbClr val="FFC000"/>
                </a:solidFill>
                <a:latin typeface="Abraam" pitchFamily="2" charset="0"/>
                <a:cs typeface="Times New Roman" panose="02020603050405020304" pitchFamily="18" charset="0"/>
              </a:rPr>
              <a:t>$</a:t>
            </a:r>
            <a:r>
              <a:rPr lang="ar-EG" sz="4800" b="1" kern="0" dirty="0">
                <a:solidFill>
                  <a:srgbClr val="FFC000"/>
                </a:solidFill>
                <a:latin typeface="Abraam" pitchFamily="2" charset="0"/>
                <a:cs typeface="Times New Roman" panose="02020603050405020304" pitchFamily="18" charset="0"/>
              </a:rPr>
              <a:t> </a:t>
            </a:r>
            <a:r>
              <a:rPr lang="ar-SA" sz="4800" b="1" kern="0" dirty="0">
                <a:cs typeface="Times New Roman" panose="02020603050405020304" pitchFamily="18" charset="0"/>
              </a:rPr>
              <a:t>صنعت خلاصا في وسط الأرض كلها أيها المسيح إلهنا، عندما بسطت يديك الطاهرتين على عود الصليب. فلهذا كل الأمم تصرخ قائلة: المجد لك يا رب. </a:t>
            </a:r>
            <a:r>
              <a:rPr lang="ar-SA" sz="4800" b="1" kern="0" dirty="0">
                <a:solidFill>
                  <a:srgbClr val="FFC000"/>
                </a:solidFill>
                <a:cs typeface="Times New Roman" panose="02020603050405020304" pitchFamily="18" charset="0"/>
              </a:rPr>
              <a:t>(ذوكصابترى..)</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72128BCA-4842-4CEC-8615-609AE17F6CF8}"/>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نسجد لشخصك غير الفاسد أيها الصالح، طالبين مغفرة خطايانا أيها المسيح إلهنا. لأن بمشيئتك سررت أن تصعد على الصليب، لتنجي الذين خلقتهم من عبودية العدو. نصرخ إليك ونشكرك لأنك ملأت الكل فرحا، أيها المخلص لما أتيت لتعين العالم، يا رب المجد لك.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a:extLst>
              <a:ext uri="{FF2B5EF4-FFF2-40B4-BE49-F238E27FC236}">
                <a16:creationId xmlns:a16="http://schemas.microsoft.com/office/drawing/2014/main" id="{1093C467-A95D-43F9-8579-362FF6B244E8}"/>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أنت هي الممتلئة نعمة يا والدة الإله العذراء. نعظمك لأن من قبل صليب ابنك انهبط الجحيم وبطل الموت. أمواتا كنا فنهضنا، واستحققنا الحياة الأبدية، ونلنا نعيم الفردوس الأول. من أجل هذا نمجد بشكر غيرَ المائت المسيح إلهنا.</a:t>
            </a:r>
            <a:endParaRPr lang="ar-SA" altLang="ar-EG" sz="4800" b="1">
              <a:solidFill>
                <a:srgbClr val="FFC000"/>
              </a:solidFill>
              <a:cs typeface="Times New Roman" panose="02020603050405020304" pitchFamily="18" charset="0"/>
            </a:endParaRPr>
          </a:p>
        </p:txBody>
      </p:sp>
      <p:sp>
        <p:nvSpPr>
          <p:cNvPr id="47107" name="Rectangle 2">
            <a:extLst>
              <a:ext uri="{FF2B5EF4-FFF2-40B4-BE49-F238E27FC236}">
                <a16:creationId xmlns:a16="http://schemas.microsoft.com/office/drawing/2014/main" id="{275377A7-2416-4D76-8711-14966B352E2A}"/>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EEA53F96-2441-4CE6-85BE-92573CFE650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48131" name="Content Placeholder 2">
            <a:extLst>
              <a:ext uri="{FF2B5EF4-FFF2-40B4-BE49-F238E27FC236}">
                <a16:creationId xmlns:a16="http://schemas.microsoft.com/office/drawing/2014/main" id="{1451DD08-8CAC-4735-A681-ED62CA59864D}"/>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650899AD-52DE-449E-9A7F-31E80D6DFB06}"/>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3F14824F-146D-43AE-8408-C37CC45D47F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تحليل الساعة السادسة</a:t>
            </a:r>
            <a:endParaRPr lang="en-US" altLang="ar-EG" sz="4800"/>
          </a:p>
        </p:txBody>
      </p:sp>
      <p:sp>
        <p:nvSpPr>
          <p:cNvPr id="50179" name="Content Placeholder 2">
            <a:extLst>
              <a:ext uri="{FF2B5EF4-FFF2-40B4-BE49-F238E27FC236}">
                <a16:creationId xmlns:a16="http://schemas.microsoft.com/office/drawing/2014/main" id="{5A9893AC-9BC8-4EB2-B0A9-9EB7F4AC803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نشكرك يا ملكنا ضابط الكل أبا ربنا وإلهنا مخلصنا يسوع المسيح ونمجدك، لأنك جعلت أوقات الآلام أبنك الوحيد أوقات عزاء وصلاة. اقبل إليك تضرعنا، وامح عنا صك خطايانا المكتوبة علينا، كما مزقته في هذه الساعة المقدسة بصليب ابنك الوحيد يسوع المسيح ربنا ومخلص نفوسنا، هذا الذي به هدمتَ كل قوة العدو.</a:t>
            </a:r>
            <a:r>
              <a:rPr lang="ar-EG" altLang="ar-EG" sz="4800" b="1">
                <a:cs typeface="Times New Roman" panose="02020603050405020304" pitchFamily="18" charset="0"/>
              </a:rPr>
              <a:t> </a:t>
            </a:r>
            <a:r>
              <a:rPr lang="ar-SA" altLang="ar-EG" sz="4800" b="1">
                <a:cs typeface="Times New Roman" panose="02020603050405020304" pitchFamily="18" charset="0"/>
              </a:rPr>
              <a:t>أعطنا يا الله وقتا بهيا، وسيرة بلا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a:extLst>
              <a:ext uri="{FF2B5EF4-FFF2-40B4-BE49-F238E27FC236}">
                <a16:creationId xmlns:a16="http://schemas.microsoft.com/office/drawing/2014/main" id="{B2CF3CED-01A3-4243-B14A-CD145B86D3BF}"/>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عيب، وحياة هادئة، لنرضي اسمك القدوس المسجود له، ونقف أمام المنبر المخوف العادل الذي لابنك الوحيد يسوع المسيح ربنا بغير وقوع في دينونة، ونمجدك مع كافة قديسيك. أنت الآب غير المبتدئ والابن المساوي لك، والروح القدس المحيى، الآن وكل أوان وإلى دهر الدهور كلها. أمين.</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72A88027-3183-43F3-AAFA-E3768E51FE83}"/>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طلبة اخر كل ساعة</a:t>
            </a:r>
          </a:p>
        </p:txBody>
      </p:sp>
      <p:sp>
        <p:nvSpPr>
          <p:cNvPr id="52227" name="Content Placeholder 2">
            <a:extLst>
              <a:ext uri="{FF2B5EF4-FFF2-40B4-BE49-F238E27FC236}">
                <a16:creationId xmlns:a16="http://schemas.microsoft.com/office/drawing/2014/main" id="{664CD543-BE59-40A6-A403-F351FB6E4BE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ارحمنا يا الله ثم ارحمنا. يا من في كل وقت وكل ساعة، في السماء وعلى الأرض، مسجود له وممجد. المسيح إلهنا الصالح، الطويل الروح، الكثير الرحمة، الجزيل التحنن، الذي يحب الصديقين ويرحم الخطاة الذين أولهم أنا. الذي لا يشاء موت الخاطئ مثل ما يرجع ويحيا. الداعي الكل إلى الخلاص لأجل الموعد بالخيرات المنتظرة. يا رب اقبل منا في هذه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48AFA4F5-9BE2-4870-BC10-7870CDE8AFE3}"/>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الساعة وكل ساعة طلباتنا. سهل حياتنا، وأرشدنا إلى العمل بوصاياك. قدس أرواحنا. طهر أجسامنا. قوم أفكارنا. نق نياتنا. اشف أمراضنا واغفر خطايانا. ونجنا من كل حزن رديء ووجع قلب. أحطنا بملائكتك القديسين، لكي نكون بمعسكرهم محفوظين ومرشدين، لنصل إلى اتحاد الإيمان وإلى معرفة مجدك غير المحسوس وغير المحدود، فإنك مبارك إلى الأبد. أمين.</a:t>
            </a: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1FA8C0E3-5604-498F-B999-7C82AF3D4766}"/>
              </a:ext>
            </a:extLst>
          </p:cNvPr>
          <p:cNvSpPr txBox="1">
            <a:spLocks/>
          </p:cNvSpPr>
          <p:nvPr/>
        </p:nvSpPr>
        <p:spPr bwMode="auto">
          <a:xfrm>
            <a:off x="0" y="9858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
        <p:nvSpPr>
          <p:cNvPr id="54275" name="Title 1">
            <a:extLst>
              <a:ext uri="{FF2B5EF4-FFF2-40B4-BE49-F238E27FC236}">
                <a16:creationId xmlns:a16="http://schemas.microsoft.com/office/drawing/2014/main" id="{E8270388-A92A-424C-BEDF-D5F4B4466E59}"/>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en-US" sz="4800"/>
              <a:t>اللهم اجعلنا مستحقين أن نقول بشكر:</a:t>
            </a:r>
            <a:endParaRPr lang="en-US" altLang="en-US" sz="4800"/>
          </a:p>
        </p:txBody>
      </p:sp>
    </p:spTree>
  </p:cSld>
  <p:clrMapOvr>
    <a:masterClrMapping/>
  </p:clrMapOvr>
  <p:transition spd="slow"/>
</p:sld>
</file>

<file path=ppt/theme/theme1.xml><?xml version="1.0" encoding="utf-8"?>
<a:theme xmlns:a="http://schemas.openxmlformats.org/drawingml/2006/main" name="si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3065</TotalTime>
  <Words>3117</Words>
  <Application>Microsoft Office PowerPoint</Application>
  <PresentationFormat>On-screen Show (4:3)</PresentationFormat>
  <Paragraphs>126</Paragraphs>
  <Slides>52</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52</vt:i4>
      </vt:variant>
      <vt:variant>
        <vt:lpstr>Custom Shows</vt:lpstr>
      </vt:variant>
      <vt:variant>
        <vt:i4>1</vt:i4>
      </vt:variant>
    </vt:vector>
  </HeadingPairs>
  <TitlesOfParts>
    <vt:vector size="58" baseType="lpstr">
      <vt:lpstr>Calibri</vt:lpstr>
      <vt:lpstr>Arial</vt:lpstr>
      <vt:lpstr>Times New Roman</vt:lpstr>
      <vt:lpstr>Abraam</vt:lpstr>
      <vt:lpstr>simple</vt:lpstr>
      <vt:lpstr>باسم الآب والابن والروح القدس الإله الواحد آمين. </vt:lpstr>
      <vt:lpstr>صلاة الشكر</vt:lpstr>
      <vt:lpstr>PowerPoint Presentation</vt:lpstr>
      <vt:lpstr>PowerPoint Presentation</vt:lpstr>
      <vt:lpstr>المزمور الخمسين</vt:lpstr>
      <vt:lpstr>PowerPoint Presentation</vt:lpstr>
      <vt:lpstr>PowerPoint Presentation</vt:lpstr>
      <vt:lpstr>الساعة السادسة</vt:lpstr>
      <vt:lpstr>(1) المزمور الثالث والخمسون</vt:lpstr>
      <vt:lpstr>PowerPoint Presentation</vt:lpstr>
      <vt:lpstr>(2) المزمور السادس والخمسون</vt:lpstr>
      <vt:lpstr>PowerPoint Presentation</vt:lpstr>
      <vt:lpstr>PowerPoint Presentation</vt:lpstr>
      <vt:lpstr>(3) المزمور الستون</vt:lpstr>
      <vt:lpstr>PowerPoint Presentation</vt:lpstr>
      <vt:lpstr>(4) المزمور الثاني والستون</vt:lpstr>
      <vt:lpstr>PowerPoint Presentation</vt:lpstr>
      <vt:lpstr>(5) المزمور السادس والستون </vt:lpstr>
      <vt:lpstr>PowerPoint Presentation</vt:lpstr>
      <vt:lpstr>(6) المزمور التاسع والستون</vt:lpstr>
      <vt:lpstr>PowerPoint Presentation</vt:lpstr>
      <vt:lpstr>(7) المزمور الثالث والثمانون</vt:lpstr>
      <vt:lpstr>PowerPoint Presentation</vt:lpstr>
      <vt:lpstr>PowerPoint Presentation</vt:lpstr>
      <vt:lpstr>(8) المزمور الرابع والثمانون</vt:lpstr>
      <vt:lpstr>PowerPoint Presentation</vt:lpstr>
      <vt:lpstr>(9) المزمور الخامس والثمانون</vt:lpstr>
      <vt:lpstr>PowerPoint Presentation</vt:lpstr>
      <vt:lpstr>PowerPoint Presentation</vt:lpstr>
      <vt:lpstr>(10) المزمور السادس والثمانون</vt:lpstr>
      <vt:lpstr>PowerPoint Presentation</vt:lpstr>
      <vt:lpstr>(11) المزمور التسعون</vt:lpstr>
      <vt:lpstr>PowerPoint Presentation</vt:lpstr>
      <vt:lpstr>PowerPoint Presentation</vt:lpstr>
      <vt:lpstr>(12) المزمور الثاني والتسعون</vt:lpstr>
      <vt:lpstr>PowerPoint Presentation</vt:lpstr>
      <vt:lpstr>إنجيل الساعة السادسة (إنجيل متى5: 1ـ16)</vt:lpstr>
      <vt:lpstr>PowerPoint Presentation</vt:lpstr>
      <vt:lpstr>PowerPoint Presentation</vt:lpstr>
      <vt:lpstr>قطع الساعة السادسة</vt:lpstr>
      <vt:lpstr>PowerPoint Presentation</vt:lpstr>
      <vt:lpstr>PowerPoint Presentation</vt:lpstr>
      <vt:lpstr>PowerPoint Presentation</vt:lpstr>
      <vt:lpstr>PowerPoint Presentation</vt:lpstr>
      <vt:lpstr>PowerPoint Presentation</vt:lpstr>
      <vt:lpstr>قدوس قدوس قدوس</vt:lpstr>
      <vt:lpstr>PowerPoint Presentation</vt:lpstr>
      <vt:lpstr>تحليل الساعة السادسة</vt:lpstr>
      <vt:lpstr>PowerPoint Presentation</vt:lpstr>
      <vt:lpstr>طلبة اخر كل ساعة</vt:lpstr>
      <vt:lpstr>PowerPoint Presentation</vt:lpstr>
      <vt:lpstr>اللهم اجعلنا مستحقين أن نقول بشكر:</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مزمور</dc:title>
  <dc:creator>Amir</dc:creator>
  <cp:lastModifiedBy>Amir Eskander</cp:lastModifiedBy>
  <cp:revision>163</cp:revision>
  <dcterms:created xsi:type="dcterms:W3CDTF">2012-11-09T14:14:43Z</dcterms:created>
  <dcterms:modified xsi:type="dcterms:W3CDTF">2019-08-12T14:30:30Z</dcterms:modified>
</cp:coreProperties>
</file>