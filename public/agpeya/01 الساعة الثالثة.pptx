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719" r:id="rId2"/>
    <p:sldId id="720" r:id="rId3"/>
    <p:sldId id="722" r:id="rId4"/>
    <p:sldId id="723" r:id="rId5"/>
    <p:sldId id="721" r:id="rId6"/>
    <p:sldId id="724" r:id="rId7"/>
    <p:sldId id="725" r:id="rId8"/>
    <p:sldId id="413" r:id="rId9"/>
    <p:sldId id="504" r:id="rId10"/>
    <p:sldId id="505" r:id="rId11"/>
    <p:sldId id="506" r:id="rId12"/>
    <p:sldId id="507" r:id="rId13"/>
    <p:sldId id="508" r:id="rId14"/>
    <p:sldId id="509" r:id="rId15"/>
    <p:sldId id="510" r:id="rId16"/>
    <p:sldId id="511" r:id="rId17"/>
    <p:sldId id="512" r:id="rId18"/>
    <p:sldId id="513" r:id="rId19"/>
    <p:sldId id="514" r:id="rId20"/>
    <p:sldId id="515" r:id="rId21"/>
    <p:sldId id="516" r:id="rId22"/>
    <p:sldId id="517" r:id="rId23"/>
    <p:sldId id="518" r:id="rId24"/>
    <p:sldId id="519" r:id="rId25"/>
    <p:sldId id="520" r:id="rId26"/>
    <p:sldId id="521" r:id="rId27"/>
    <p:sldId id="522" r:id="rId28"/>
    <p:sldId id="523" r:id="rId29"/>
    <p:sldId id="524" r:id="rId30"/>
    <p:sldId id="525" r:id="rId31"/>
    <p:sldId id="526" r:id="rId32"/>
    <p:sldId id="528" r:id="rId33"/>
    <p:sldId id="527" r:id="rId34"/>
    <p:sldId id="529" r:id="rId35"/>
    <p:sldId id="530" r:id="rId36"/>
    <p:sldId id="531" r:id="rId37"/>
    <p:sldId id="532" r:id="rId38"/>
    <p:sldId id="561" r:id="rId39"/>
    <p:sldId id="562" r:id="rId40"/>
    <p:sldId id="563" r:id="rId41"/>
    <p:sldId id="564" r:id="rId42"/>
    <p:sldId id="565" r:id="rId43"/>
    <p:sldId id="566" r:id="rId44"/>
    <p:sldId id="567" r:id="rId45"/>
    <p:sldId id="623" r:id="rId46"/>
    <p:sldId id="536" r:id="rId47"/>
    <p:sldId id="693" r:id="rId48"/>
    <p:sldId id="694" r:id="rId49"/>
    <p:sldId id="715" r:id="rId50"/>
    <p:sldId id="716" r:id="rId51"/>
    <p:sldId id="726" r:id="rId52"/>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43" autoAdjust="0"/>
    <p:restoredTop sz="95852" autoAdjust="0"/>
  </p:normalViewPr>
  <p:slideViewPr>
    <p:cSldViewPr>
      <p:cViewPr varScale="1">
        <p:scale>
          <a:sx n="78" d="100"/>
          <a:sy n="78" d="100"/>
        </p:scale>
        <p:origin x="1435" y="72"/>
      </p:cViewPr>
      <p:guideLst>
        <p:guide orient="horz" pos="2160"/>
        <p:guide pos="2880"/>
      </p:guideLst>
    </p:cSldViewPr>
  </p:slideViewPr>
  <p:outlineViewPr>
    <p:cViewPr>
      <p:scale>
        <a:sx n="33" d="100"/>
        <a:sy n="33" d="100"/>
      </p:scale>
      <p:origin x="0" y="-20731"/>
    </p:cViewPr>
  </p:outlineViewPr>
  <p:notesTextViewPr>
    <p:cViewPr>
      <p:scale>
        <a:sx n="1" d="1"/>
        <a:sy n="1" d="1"/>
      </p:scale>
      <p:origin x="0" y="0"/>
    </p:cViewPr>
  </p:notesTextViewPr>
  <p:sorterViewPr>
    <p:cViewPr varScale="1">
      <p:scale>
        <a:sx n="100" d="100"/>
        <a:sy n="100" d="100"/>
      </p:scale>
      <p:origin x="0" y="-4074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05A00F-71B2-4AB7-AB83-B75A08C1DE5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814D5BC6-4AC2-4AE0-B9D0-B32A4F68708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C9266DE-3D47-4DC6-AF94-9549E87B81A6}" type="datetimeFigureOut">
              <a:rPr lang="en-US"/>
              <a:pPr>
                <a:defRPr/>
              </a:pPr>
              <a:t>12-Aug-19</a:t>
            </a:fld>
            <a:endParaRPr lang="en-US"/>
          </a:p>
        </p:txBody>
      </p:sp>
      <p:sp>
        <p:nvSpPr>
          <p:cNvPr id="4" name="Slide Image Placeholder 3">
            <a:extLst>
              <a:ext uri="{FF2B5EF4-FFF2-40B4-BE49-F238E27FC236}">
                <a16:creationId xmlns:a16="http://schemas.microsoft.com/office/drawing/2014/main" id="{1F7BF39D-800A-4FEE-86E4-412C4AE34C87}"/>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EE37863-906B-49F7-8D08-E28B516970A3}"/>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063544F-1347-41A2-B06E-6B775AADEB0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D0812CC6-B700-4511-B858-4BD0BB3BE7B0}"/>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D454711F-CB08-4FD4-ABBE-C0527ECE095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3175106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3106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39552" y="270892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2729691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rtl="1" eaLnBrk="0" fontAlgn="base" hangingPunct="0">
        <a:spcBef>
          <a:spcPct val="0"/>
        </a:spcBef>
        <a:spcAft>
          <a:spcPct val="0"/>
        </a:spcAft>
        <a:defRPr sz="3600">
          <a:solidFill>
            <a:schemeClr val="bg1"/>
          </a:solidFill>
          <a:latin typeface="+mj-lt"/>
          <a:ea typeface="+mj-ea"/>
          <a:cs typeface="+mj-cs"/>
        </a:defRPr>
      </a:lvl1pPr>
      <a:lvl2pPr algn="ctr" rtl="1" eaLnBrk="0" fontAlgn="base" hangingPunct="0">
        <a:spcBef>
          <a:spcPct val="0"/>
        </a:spcBef>
        <a:spcAft>
          <a:spcPct val="0"/>
        </a:spcAft>
        <a:defRPr sz="3600">
          <a:solidFill>
            <a:schemeClr val="bg1"/>
          </a:solidFill>
          <a:latin typeface="Calibri" pitchFamily="34" charset="0"/>
          <a:cs typeface="Times New Roman" pitchFamily="18" charset="0"/>
        </a:defRPr>
      </a:lvl2pPr>
      <a:lvl3pPr algn="ctr" rtl="1" eaLnBrk="0" fontAlgn="base" hangingPunct="0">
        <a:spcBef>
          <a:spcPct val="0"/>
        </a:spcBef>
        <a:spcAft>
          <a:spcPct val="0"/>
        </a:spcAft>
        <a:defRPr sz="3600">
          <a:solidFill>
            <a:schemeClr val="bg1"/>
          </a:solidFill>
          <a:latin typeface="Calibri" pitchFamily="34" charset="0"/>
          <a:cs typeface="Times New Roman" pitchFamily="18" charset="0"/>
        </a:defRPr>
      </a:lvl3pPr>
      <a:lvl4pPr algn="ctr" rtl="1" eaLnBrk="0" fontAlgn="base" hangingPunct="0">
        <a:spcBef>
          <a:spcPct val="0"/>
        </a:spcBef>
        <a:spcAft>
          <a:spcPct val="0"/>
        </a:spcAft>
        <a:defRPr sz="3600">
          <a:solidFill>
            <a:schemeClr val="bg1"/>
          </a:solidFill>
          <a:latin typeface="Calibri" pitchFamily="34" charset="0"/>
          <a:cs typeface="Times New Roman" pitchFamily="18" charset="0"/>
        </a:defRPr>
      </a:lvl4pPr>
      <a:lvl5pPr algn="ctr" rtl="1" eaLnBrk="0" fontAlgn="base" hangingPunct="0">
        <a:spcBef>
          <a:spcPct val="0"/>
        </a:spcBef>
        <a:spcAft>
          <a:spcPct val="0"/>
        </a:spcAft>
        <a:defRPr sz="3600">
          <a:solidFill>
            <a:schemeClr val="bg1"/>
          </a:solidFill>
          <a:latin typeface="Calibri" pitchFamily="34" charset="0"/>
          <a:cs typeface="Times New Roman" pitchFamily="18" charset="0"/>
        </a:defRPr>
      </a:lvl5pPr>
      <a:lvl6pPr marL="457200" algn="ctr" rtl="1" eaLnBrk="1" fontAlgn="base" hangingPunct="1">
        <a:spcBef>
          <a:spcPct val="0"/>
        </a:spcBef>
        <a:spcAft>
          <a:spcPct val="0"/>
        </a:spcAft>
        <a:defRPr sz="3600">
          <a:solidFill>
            <a:schemeClr val="bg1"/>
          </a:solidFill>
          <a:latin typeface="Arial" charset="0"/>
          <a:cs typeface="PT Bold Heading" pitchFamily="2" charset="-78"/>
        </a:defRPr>
      </a:lvl6pPr>
      <a:lvl7pPr marL="914400" algn="ctr" rtl="1" eaLnBrk="1" fontAlgn="base" hangingPunct="1">
        <a:spcBef>
          <a:spcPct val="0"/>
        </a:spcBef>
        <a:spcAft>
          <a:spcPct val="0"/>
        </a:spcAft>
        <a:defRPr sz="3600">
          <a:solidFill>
            <a:schemeClr val="bg1"/>
          </a:solidFill>
          <a:latin typeface="Arial" charset="0"/>
          <a:cs typeface="PT Bold Heading" pitchFamily="2" charset="-78"/>
        </a:defRPr>
      </a:lvl7pPr>
      <a:lvl8pPr marL="1371600" algn="ctr" rtl="1" eaLnBrk="1" fontAlgn="base" hangingPunct="1">
        <a:spcBef>
          <a:spcPct val="0"/>
        </a:spcBef>
        <a:spcAft>
          <a:spcPct val="0"/>
        </a:spcAft>
        <a:defRPr sz="3600">
          <a:solidFill>
            <a:schemeClr val="bg1"/>
          </a:solidFill>
          <a:latin typeface="Arial" charset="0"/>
          <a:cs typeface="PT Bold Heading" pitchFamily="2" charset="-78"/>
        </a:defRPr>
      </a:lvl8pPr>
      <a:lvl9pPr marL="1828800" algn="ctr" rtl="1" eaLnBrk="1" fontAlgn="base" hangingPunct="1">
        <a:spcBef>
          <a:spcPct val="0"/>
        </a:spcBef>
        <a:spcAft>
          <a:spcPct val="0"/>
        </a:spcAft>
        <a:defRPr sz="3600">
          <a:solidFill>
            <a:schemeClr val="bg1"/>
          </a:solidFill>
          <a:latin typeface="Arial" charset="0"/>
          <a:cs typeface="PT Bold Heading" pitchFamily="2" charset="-78"/>
        </a:defRPr>
      </a:lvl9pPr>
    </p:titleStyle>
    <p:body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34.xml"/><Relationship Id="rId3" Type="http://schemas.openxmlformats.org/officeDocument/2006/relationships/slide" Target="slide9.xml"/><Relationship Id="rId7" Type="http://schemas.openxmlformats.org/officeDocument/2006/relationships/slide" Target="slide17.xml"/><Relationship Id="rId12" Type="http://schemas.openxmlformats.org/officeDocument/2006/relationships/slide" Target="slide30.xml"/><Relationship Id="rId2" Type="http://schemas.openxmlformats.org/officeDocument/2006/relationships/slide" Target="slide36.xml"/><Relationship Id="rId1" Type="http://schemas.openxmlformats.org/officeDocument/2006/relationships/slideLayout" Target="../slideLayouts/slideLayout1.xml"/><Relationship Id="rId6" Type="http://schemas.openxmlformats.org/officeDocument/2006/relationships/slide" Target="slide15.xml"/><Relationship Id="rId11" Type="http://schemas.openxmlformats.org/officeDocument/2006/relationships/slide" Target="slide28.xml"/><Relationship Id="rId5" Type="http://schemas.openxmlformats.org/officeDocument/2006/relationships/slide" Target="slide13.xml"/><Relationship Id="rId10" Type="http://schemas.openxmlformats.org/officeDocument/2006/relationships/slide" Target="slide25.xml"/><Relationship Id="rId4" Type="http://schemas.openxmlformats.org/officeDocument/2006/relationships/slide" Target="slide11.xml"/><Relationship Id="rId9" Type="http://schemas.openxmlformats.org/officeDocument/2006/relationships/slide" Target="slide21.xml"/><Relationship Id="rId14" Type="http://schemas.openxmlformats.org/officeDocument/2006/relationships/slide" Target="slide3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16A4FEEE-0C86-442D-A46C-DC55612D3246}"/>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SA" altLang="ar-EG" sz="4800"/>
              <a:t>باسم الآب والابن والروح القدس</a:t>
            </a:r>
            <a:r>
              <a:rPr lang="ar-EG" altLang="ar-EG" sz="4800"/>
              <a:t> </a:t>
            </a:r>
            <a:r>
              <a:rPr lang="ar-SA" altLang="ar-EG" sz="4800"/>
              <a:t>الإله</a:t>
            </a:r>
            <a:r>
              <a:rPr lang="ar-EG" altLang="ar-EG" sz="4800"/>
              <a:t> </a:t>
            </a:r>
            <a:r>
              <a:rPr lang="ar-SA" altLang="ar-EG" sz="4800"/>
              <a:t>الواحد آمين.</a:t>
            </a:r>
            <a:br>
              <a:rPr lang="ar-EG" altLang="ar-EG" sz="4800"/>
            </a:br>
            <a:endParaRPr lang="ar-EG" altLang="ar-EG" sz="4800"/>
          </a:p>
        </p:txBody>
      </p:sp>
      <p:sp>
        <p:nvSpPr>
          <p:cNvPr id="8" name="Content Placeholder 2">
            <a:extLst>
              <a:ext uri="{FF2B5EF4-FFF2-40B4-BE49-F238E27FC236}">
                <a16:creationId xmlns:a16="http://schemas.microsoft.com/office/drawing/2014/main" id="{7AE87EF6-64C5-4F8A-879B-A6E9AD2BCE56}"/>
              </a:ext>
            </a:extLst>
          </p:cNvPr>
          <p:cNvSpPr txBox="1">
            <a:spLocks/>
          </p:cNvSpPr>
          <p:nvPr/>
        </p:nvSpPr>
        <p:spPr bwMode="auto">
          <a:xfrm>
            <a:off x="0" y="15954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7CD0A3B4-B926-44C1-ADA9-BB2FD02442DA}"/>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صلاة الشكر</a:t>
            </a:r>
          </a:p>
        </p:txBody>
      </p:sp>
      <p:sp>
        <p:nvSpPr>
          <p:cNvPr id="4" name="Content Placeholder 2">
            <a:extLst>
              <a:ext uri="{FF2B5EF4-FFF2-40B4-BE49-F238E27FC236}">
                <a16:creationId xmlns:a16="http://schemas.microsoft.com/office/drawing/2014/main" id="{C6CFAB2C-BBD4-4EE1-A6B4-B75534B5B2FB}"/>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فلنشكر صانع الخيرات الرحوم الله، أبا ربنا وإلهنا ومخلصنا يسوع المسيح، لأنه سترنا وأعاننا، وحفظنا، وقبلنا إليه وأشفق علينا وعضدنا، وأتى بنا إلى هذه الساعة. هو أيضا فلنسأله أن يحفظنا في هذا اليوم المقدس وكل أيام حياتنا بكل سلام. الضابط الكل الرب إلهنا. أيها السيد الإله ضابط الكل أبو ربنا وإلهنا ومخلصنا يسوع المسيح، نشكرك على كل حال</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184506EE-73C5-45AA-B5E1-BE35344B2CA1}"/>
              </a:ext>
            </a:extLst>
          </p:cNvPr>
          <p:cNvSpPr>
            <a:spLocks noGrp="1"/>
          </p:cNvSpPr>
          <p:nvPr>
            <p:ph idx="4294967295"/>
          </p:nvPr>
        </p:nvSpPr>
        <p:spPr bwMode="auto">
          <a:xfrm>
            <a:off x="7938"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ومن أجل كل حال، وفى كل حال، لأنك سترتنا، وأعنتنا، وحفظتنا، وقبلتنا إليك، وأشفقت علينا، وعضدتنا، وأتيت بنا إلى هذه الساعة.</a:t>
            </a:r>
            <a:r>
              <a:rPr lang="ar-EG" altLang="ar-EG" sz="4800" b="1">
                <a:cs typeface="Times New Roman" panose="02020603050405020304" pitchFamily="18" charset="0"/>
              </a:rPr>
              <a:t> </a:t>
            </a:r>
            <a:r>
              <a:rPr lang="ar-SA" altLang="ar-EG" sz="4800" b="1">
                <a:cs typeface="Times New Roman" panose="02020603050405020304" pitchFamily="18" charset="0"/>
              </a:rPr>
              <a:t>من أجل هذا نسأل ونطلب من صلاحك يا محب البشر، امنحنا أن نكمل هذا اليوم المقدس وكل أيام حياتنا بكل سلام مع خوفك. كل حسد، وكل تجربة وكل فعل الشيطان ومؤامرة الناس الأشرار، وقيام الأعداء الخفيين والظاهريين، انزعها عنا وعن سائر شعبك، وعن موضعك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98AFCE6C-C32D-4AAE-90C2-D4C99D8FB711}"/>
              </a:ext>
            </a:extLst>
          </p:cNvPr>
          <p:cNvSpPr>
            <a:spLocks noGrp="1"/>
          </p:cNvSpPr>
          <p:nvPr>
            <p:ph idx="4294967295"/>
          </p:nvPr>
        </p:nvSpPr>
        <p:spPr bwMode="auto">
          <a:xfrm>
            <a:off x="0" y="0"/>
            <a:ext cx="9144000" cy="7626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المقدس هذا. أما الصالحات والنافعات فارزقنا إياها. لأنك أنت الذي أعطيتنا السلطان أن ندوس الحيات والعقارب وكل قوة العدو. ولا تدخلنا في تجربة، لكن نجنا من الشرير. بالنعمة والرأفات ومحبة البشر اللواتي لابنك الوحيد ربنا وإلهنا ومخلصنا يسوع المسيح. هذا الذي من قبله المجد والإكرام والعزة والسجود تليق بك معه مع الروح القدس المحيي المساوي لك الآن وكل أوان وإلى دهر الدهور آمين. </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F67D5E71-8225-45E8-B04C-BC751BD80F02}"/>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المزمور الخمسين</a:t>
            </a:r>
          </a:p>
        </p:txBody>
      </p:sp>
      <p:sp>
        <p:nvSpPr>
          <p:cNvPr id="4" name="Content Placeholder 2">
            <a:extLst>
              <a:ext uri="{FF2B5EF4-FFF2-40B4-BE49-F238E27FC236}">
                <a16:creationId xmlns:a16="http://schemas.microsoft.com/office/drawing/2014/main" id="{C12D8831-D1D7-43FC-B80B-894292732F35}"/>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ا</a:t>
            </a:r>
            <a:r>
              <a:rPr lang="ar-SA" altLang="ar-EG" sz="4800" b="1" kern="0" dirty="0">
                <a:cs typeface="Times New Roman" panose="02020603050405020304" pitchFamily="18" charset="0"/>
              </a:rPr>
              <a:t>رحمني يا الله كعظيم رحمتك، ومثل كثرة رأفتك تمحو إثمي. اغسلني كثيرا من إثمي ومن خطيتي طهرني، لأني أنا عارف بإثمي وخطيتي أمامي في كل حين. لك وحدك أخطأت، والشر قدامك صنعت. لكي تتبرر في أقوالك. وتغلب إذا حوكمتُ. لأني هاأنذا بالإثم حبل بي، وبالخطايا ولدتني أمي. لأنك هكذا قد أحببت الحق، إذ أوضحت لي غوامض حكمتك</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9040AE99-7A4A-4DB1-96D7-62828DC3A209}"/>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ومستوراتها. تنضح على بزوفاك فأطهر، تغسلني فأبيض أكثر من الثلج. تسمعني سرورا وفرحا، فتبتهج عظامي المنسحقة. اصرف وجهك عن خطاياي، وامح كل آثامي. قلبا نقيا اخلق في يا الله، وروحا مستقيما جدده في أحشائي. لا تطرحني من قدام وجهك وروحك القدوس لا تنزعه منى. امنحني بهجة خلاصك، وبروح رئاسي عضدني فأعلم الأثمة طرقك والمنافقون إليك يرجعون، نجني من الدماء يا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8068EC28-C754-4849-96B4-0E06D3BDE9B6}"/>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الله إله خلاصي، فيبتهج لساني بعدلك. يا رب افتح شفتي، فيخبر فمي بتسبيحك. لأنك لو آثرت الذبيحة لكنت الآن أعطي، ولكنك لا تسر بالمحرقات، فالذبيحة لله روح منسحق. القلب المنكسر والمتواضع لا يرذله الله، أنعم يا رب بمسرتك على صهيون، ولتبن أسوار أورشليم. حينئذ تسر بذبائح البر قربانا ومحرقات ويقربون على مذابحك العجول. هلليلويا.</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ectangle 159">
            <a:hlinkClick r:id="rId2" action="ppaction://hlinksldjump"/>
            <a:extLst>
              <a:ext uri="{FF2B5EF4-FFF2-40B4-BE49-F238E27FC236}">
                <a16:creationId xmlns:a16="http://schemas.microsoft.com/office/drawing/2014/main" id="{9A0E0EE5-DB2D-40D3-8FF7-BE651A70E711}"/>
              </a:ext>
            </a:extLst>
          </p:cNvPr>
          <p:cNvSpPr/>
          <p:nvPr/>
        </p:nvSpPr>
        <p:spPr>
          <a:xfrm flipH="1">
            <a:off x="76199" y="5121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46 يا جميع الامم</a:t>
            </a:r>
            <a:endParaRPr lang="en-US" sz="4000" b="1" dirty="0">
              <a:solidFill>
                <a:srgbClr val="FFC000"/>
              </a:solidFill>
            </a:endParaRPr>
          </a:p>
        </p:txBody>
      </p:sp>
      <p:sp>
        <p:nvSpPr>
          <p:cNvPr id="149" name="Rectangle 148">
            <a:hlinkClick r:id="rId3" action="ppaction://hlinksldjump"/>
            <a:extLst>
              <a:ext uri="{FF2B5EF4-FFF2-40B4-BE49-F238E27FC236}">
                <a16:creationId xmlns:a16="http://schemas.microsoft.com/office/drawing/2014/main" id="{AD47B12B-CCDE-4AB7-883E-B359D684FF0C}"/>
              </a:ext>
            </a:extLst>
          </p:cNvPr>
          <p:cNvSpPr/>
          <p:nvPr/>
        </p:nvSpPr>
        <p:spPr>
          <a:xfrm flipH="1">
            <a:off x="4620722" y="676808"/>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19 يستجيب لك الرب</a:t>
            </a:r>
            <a:endParaRPr lang="en-US" sz="4000" b="1" dirty="0">
              <a:solidFill>
                <a:srgbClr val="FFC000"/>
              </a:solidFill>
            </a:endParaRPr>
          </a:p>
        </p:txBody>
      </p:sp>
      <p:sp>
        <p:nvSpPr>
          <p:cNvPr id="150" name="Rectangle 149">
            <a:hlinkClick r:id="rId4" action="ppaction://hlinksldjump"/>
            <a:extLst>
              <a:ext uri="{FF2B5EF4-FFF2-40B4-BE49-F238E27FC236}">
                <a16:creationId xmlns:a16="http://schemas.microsoft.com/office/drawing/2014/main" id="{EFA120E6-82D9-4DD3-A6EC-02BFD542530D}"/>
              </a:ext>
            </a:extLst>
          </p:cNvPr>
          <p:cNvSpPr/>
          <p:nvPr/>
        </p:nvSpPr>
        <p:spPr>
          <a:xfrm flipH="1">
            <a:off x="4620722" y="1565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22 الرب يرعانى</a:t>
            </a:r>
            <a:endParaRPr lang="en-US" sz="4000" b="1" dirty="0">
              <a:solidFill>
                <a:srgbClr val="FFC000"/>
              </a:solidFill>
            </a:endParaRPr>
          </a:p>
        </p:txBody>
      </p:sp>
      <p:sp>
        <p:nvSpPr>
          <p:cNvPr id="151" name="Rectangle 150">
            <a:hlinkClick r:id="rId5" action="ppaction://hlinksldjump"/>
            <a:extLst>
              <a:ext uri="{FF2B5EF4-FFF2-40B4-BE49-F238E27FC236}">
                <a16:creationId xmlns:a16="http://schemas.microsoft.com/office/drawing/2014/main" id="{69461C3D-D971-4EBC-83BB-D02BEEBC79D7}"/>
              </a:ext>
            </a:extLst>
          </p:cNvPr>
          <p:cNvSpPr/>
          <p:nvPr/>
        </p:nvSpPr>
        <p:spPr>
          <a:xfrm flipH="1">
            <a:off x="4620722" y="2454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23 للرب الأرض و ملؤها</a:t>
            </a:r>
            <a:endParaRPr lang="en-US" sz="4000" b="1" dirty="0">
              <a:solidFill>
                <a:srgbClr val="FFC000"/>
              </a:solidFill>
            </a:endParaRPr>
          </a:p>
        </p:txBody>
      </p:sp>
      <p:sp>
        <p:nvSpPr>
          <p:cNvPr id="152" name="Rectangle 151">
            <a:hlinkClick r:id="rId6" action="ppaction://hlinksldjump"/>
            <a:extLst>
              <a:ext uri="{FF2B5EF4-FFF2-40B4-BE49-F238E27FC236}">
                <a16:creationId xmlns:a16="http://schemas.microsoft.com/office/drawing/2014/main" id="{450AD669-5C45-4F27-B78A-1CE836039F98}"/>
              </a:ext>
            </a:extLst>
          </p:cNvPr>
          <p:cNvSpPr/>
          <p:nvPr/>
        </p:nvSpPr>
        <p:spPr>
          <a:xfrm flipH="1">
            <a:off x="4620722" y="3343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25 احكم لى يا رب</a:t>
            </a:r>
            <a:endParaRPr lang="en-US" sz="4000" b="1" dirty="0">
              <a:solidFill>
                <a:srgbClr val="FFC000"/>
              </a:solidFill>
            </a:endParaRPr>
          </a:p>
        </p:txBody>
      </p:sp>
      <p:sp>
        <p:nvSpPr>
          <p:cNvPr id="153" name="Rectangle 152">
            <a:hlinkClick r:id="rId7" action="ppaction://hlinksldjump"/>
            <a:extLst>
              <a:ext uri="{FF2B5EF4-FFF2-40B4-BE49-F238E27FC236}">
                <a16:creationId xmlns:a16="http://schemas.microsoft.com/office/drawing/2014/main" id="{57941318-E395-4CD0-BBE0-678ABADB152E}"/>
              </a:ext>
            </a:extLst>
          </p:cNvPr>
          <p:cNvSpPr/>
          <p:nvPr/>
        </p:nvSpPr>
        <p:spPr>
          <a:xfrm flipH="1">
            <a:off x="4620722" y="4232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28 قدموا للرب</a:t>
            </a:r>
            <a:endParaRPr lang="en-US" sz="4000" b="1" dirty="0">
              <a:solidFill>
                <a:srgbClr val="FFC000"/>
              </a:solidFill>
            </a:endParaRPr>
          </a:p>
        </p:txBody>
      </p:sp>
      <p:sp>
        <p:nvSpPr>
          <p:cNvPr id="154" name="Rectangle 153">
            <a:hlinkClick r:id="rId8" action="ppaction://hlinksldjump"/>
            <a:extLst>
              <a:ext uri="{FF2B5EF4-FFF2-40B4-BE49-F238E27FC236}">
                <a16:creationId xmlns:a16="http://schemas.microsoft.com/office/drawing/2014/main" id="{57C9D7FC-24CA-40D7-93F9-F528C097B018}"/>
              </a:ext>
            </a:extLst>
          </p:cNvPr>
          <p:cNvSpPr/>
          <p:nvPr/>
        </p:nvSpPr>
        <p:spPr>
          <a:xfrm flipH="1">
            <a:off x="4620722" y="5121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wrap="none" tIns="91440" bIns="91440" anchor="ctr"/>
          <a:lstStyle/>
          <a:p>
            <a:pPr algn="ctr" rtl="1" eaLnBrk="1" hangingPunct="1">
              <a:lnSpc>
                <a:spcPct val="90000"/>
              </a:lnSpc>
              <a:defRPr/>
            </a:pPr>
            <a:r>
              <a:rPr lang="ar-EG" sz="4000" b="1" dirty="0">
                <a:solidFill>
                  <a:srgbClr val="FFC000"/>
                </a:solidFill>
                <a:cs typeface="Times New Roman" pitchFamily="18" charset="0"/>
              </a:rPr>
              <a:t>29 أعظمك يا رب</a:t>
            </a:r>
            <a:endParaRPr lang="en-US" sz="4000" b="1" dirty="0">
              <a:solidFill>
                <a:srgbClr val="FFC000"/>
              </a:solidFill>
            </a:endParaRPr>
          </a:p>
        </p:txBody>
      </p:sp>
      <p:sp>
        <p:nvSpPr>
          <p:cNvPr id="155" name="Rectangle 154">
            <a:hlinkClick r:id="rId9" action="ppaction://hlinksldjump"/>
            <a:extLst>
              <a:ext uri="{FF2B5EF4-FFF2-40B4-BE49-F238E27FC236}">
                <a16:creationId xmlns:a16="http://schemas.microsoft.com/office/drawing/2014/main" id="{48BCAD6A-55A2-4449-8D07-3DB0D6C6A894}"/>
              </a:ext>
            </a:extLst>
          </p:cNvPr>
          <p:cNvSpPr/>
          <p:nvPr/>
        </p:nvSpPr>
        <p:spPr>
          <a:xfrm flipH="1">
            <a:off x="76199" y="683688"/>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92500"/>
          </a:bodyPr>
          <a:lstStyle/>
          <a:p>
            <a:pPr algn="ctr" rtl="1" eaLnBrk="1" hangingPunct="1">
              <a:lnSpc>
                <a:spcPct val="110000"/>
              </a:lnSpc>
              <a:defRPr/>
            </a:pPr>
            <a:r>
              <a:rPr lang="ar-EG" sz="4000" b="1" dirty="0">
                <a:solidFill>
                  <a:srgbClr val="FFC000"/>
                </a:solidFill>
                <a:cs typeface="Times New Roman" pitchFamily="18" charset="0"/>
              </a:rPr>
              <a:t>33 أبارك الرب فى كل وقت</a:t>
            </a:r>
            <a:endParaRPr lang="en-US" sz="4000" b="1" dirty="0">
              <a:solidFill>
                <a:srgbClr val="FFC000"/>
              </a:solidFill>
            </a:endParaRPr>
          </a:p>
        </p:txBody>
      </p:sp>
      <p:sp>
        <p:nvSpPr>
          <p:cNvPr id="156" name="Rectangle 155">
            <a:hlinkClick r:id="rId10" action="ppaction://hlinksldjump"/>
            <a:extLst>
              <a:ext uri="{FF2B5EF4-FFF2-40B4-BE49-F238E27FC236}">
                <a16:creationId xmlns:a16="http://schemas.microsoft.com/office/drawing/2014/main" id="{B9AAF270-1024-4EFC-8CAF-EC4B83A2F3B9}"/>
              </a:ext>
            </a:extLst>
          </p:cNvPr>
          <p:cNvSpPr/>
          <p:nvPr/>
        </p:nvSpPr>
        <p:spPr>
          <a:xfrm flipH="1">
            <a:off x="76199" y="1565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40 طوبى لمن يتعطف</a:t>
            </a:r>
            <a:endParaRPr lang="en-US" sz="4000" b="1" dirty="0">
              <a:solidFill>
                <a:srgbClr val="FFC000"/>
              </a:solidFill>
            </a:endParaRPr>
          </a:p>
        </p:txBody>
      </p:sp>
      <p:sp>
        <p:nvSpPr>
          <p:cNvPr id="157" name="Rectangle 156">
            <a:hlinkClick r:id="rId11" action="ppaction://hlinksldjump"/>
            <a:extLst>
              <a:ext uri="{FF2B5EF4-FFF2-40B4-BE49-F238E27FC236}">
                <a16:creationId xmlns:a16="http://schemas.microsoft.com/office/drawing/2014/main" id="{FBBAEFBC-B7A9-43F6-9608-B2E17FBF6B46}"/>
              </a:ext>
            </a:extLst>
          </p:cNvPr>
          <p:cNvSpPr/>
          <p:nvPr/>
        </p:nvSpPr>
        <p:spPr>
          <a:xfrm flipH="1">
            <a:off x="76199" y="2454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42 احكم لى يا رب</a:t>
            </a:r>
            <a:endParaRPr lang="en-US" sz="4000" b="1" dirty="0">
              <a:solidFill>
                <a:srgbClr val="FFC000"/>
              </a:solidFill>
            </a:endParaRPr>
          </a:p>
        </p:txBody>
      </p:sp>
      <p:sp>
        <p:nvSpPr>
          <p:cNvPr id="158" name="Rectangle 157">
            <a:hlinkClick r:id="rId12" action="ppaction://hlinksldjump"/>
            <a:extLst>
              <a:ext uri="{FF2B5EF4-FFF2-40B4-BE49-F238E27FC236}">
                <a16:creationId xmlns:a16="http://schemas.microsoft.com/office/drawing/2014/main" id="{9545A74E-EFAD-4C71-B768-94652743EEC1}"/>
              </a:ext>
            </a:extLst>
          </p:cNvPr>
          <p:cNvSpPr/>
          <p:nvPr/>
        </p:nvSpPr>
        <p:spPr>
          <a:xfrm flipH="1">
            <a:off x="76199" y="3343806"/>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defRPr/>
            </a:pPr>
            <a:r>
              <a:rPr lang="ar-EG" sz="4000" b="1" dirty="0">
                <a:solidFill>
                  <a:srgbClr val="FFC000"/>
                </a:solidFill>
                <a:cs typeface="Times New Roman" pitchFamily="18" charset="0"/>
              </a:rPr>
              <a:t>44 فاض قلبى</a:t>
            </a:r>
            <a:endParaRPr lang="en-US" sz="4000" b="1" dirty="0">
              <a:solidFill>
                <a:srgbClr val="FFC000"/>
              </a:solidFill>
            </a:endParaRPr>
          </a:p>
        </p:txBody>
      </p:sp>
      <p:sp>
        <p:nvSpPr>
          <p:cNvPr id="159" name="Rectangle 158">
            <a:hlinkClick r:id="rId13" action="ppaction://hlinksldjump"/>
            <a:extLst>
              <a:ext uri="{FF2B5EF4-FFF2-40B4-BE49-F238E27FC236}">
                <a16:creationId xmlns:a16="http://schemas.microsoft.com/office/drawing/2014/main" id="{18A872F9-5B29-4740-9D36-2FE155882EE8}"/>
              </a:ext>
            </a:extLst>
          </p:cNvPr>
          <p:cNvSpPr/>
          <p:nvPr/>
        </p:nvSpPr>
        <p:spPr>
          <a:xfrm flipH="1">
            <a:off x="76199" y="4232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45 إلهنا ملجأنا</a:t>
            </a:r>
            <a:endParaRPr lang="en-US" sz="4000" b="1" dirty="0">
              <a:solidFill>
                <a:srgbClr val="FFC000"/>
              </a:solidFill>
            </a:endParaRPr>
          </a:p>
        </p:txBody>
      </p:sp>
      <p:sp>
        <p:nvSpPr>
          <p:cNvPr id="161" name="Rectangle 160">
            <a:hlinkClick r:id="rId14" action="ppaction://hlinksldjump"/>
            <a:extLst>
              <a:ext uri="{FF2B5EF4-FFF2-40B4-BE49-F238E27FC236}">
                <a16:creationId xmlns:a16="http://schemas.microsoft.com/office/drawing/2014/main" id="{B497F803-58E8-478A-B4EE-71798EEC8A53}"/>
              </a:ext>
            </a:extLst>
          </p:cNvPr>
          <p:cNvSpPr/>
          <p:nvPr/>
        </p:nvSpPr>
        <p:spPr>
          <a:xfrm flipH="1">
            <a:off x="2370398" y="6010808"/>
            <a:ext cx="4403204"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الانجيل</a:t>
            </a:r>
            <a:endParaRPr lang="en-US" sz="4000" b="1" dirty="0">
              <a:solidFill>
                <a:srgbClr val="FFC000"/>
              </a:solidFill>
            </a:endParaRPr>
          </a:p>
        </p:txBody>
      </p:sp>
      <p:sp>
        <p:nvSpPr>
          <p:cNvPr id="9257" name="Title 3">
            <a:extLst>
              <a:ext uri="{FF2B5EF4-FFF2-40B4-BE49-F238E27FC236}">
                <a16:creationId xmlns:a16="http://schemas.microsoft.com/office/drawing/2014/main" id="{B3C08767-BFAF-4D45-ACEE-F565F2F54917}"/>
              </a:ext>
            </a:extLst>
          </p:cNvPr>
          <p:cNvSpPr>
            <a:spLocks noGrp="1"/>
          </p:cNvSpPr>
          <p:nvPr>
            <p:ph type="title"/>
          </p:nvPr>
        </p:nvSpPr>
        <p:spPr bwMode="auto">
          <a:xfrm>
            <a:off x="468313" y="-7620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a:t>الساعة الثالثة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B7A84EC-9608-4624-8F74-A8D203DF8D9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 المزمور التاسع عشر</a:t>
            </a:r>
            <a:endParaRPr lang="en-US" altLang="ar-EG" sz="4800"/>
          </a:p>
        </p:txBody>
      </p:sp>
      <p:sp>
        <p:nvSpPr>
          <p:cNvPr id="10243" name="Content Placeholder 2">
            <a:extLst>
              <a:ext uri="{FF2B5EF4-FFF2-40B4-BE49-F238E27FC236}">
                <a16:creationId xmlns:a16="http://schemas.microsoft.com/office/drawing/2014/main" id="{1AA64532-0BFF-4222-BC71-F12EF77F3F2A}"/>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يستجيب لك الرب في يوم شدتك، ينصرك اسم إله يعقوب. يرسل لك عونا من قدسه، ومن صهيون يعضدك. يذكر جميع ذبائحك، ويستسمن محرقاتك. يعطيك الرب حسب قلبك، ويتمم كل مشورتك. نعترف لك يا رب بخلاصك، وباسم إلهنا ننمو. يكمل الرب كل سؤالك. الآن علمت أن الرب قد خلص مسيحه، واستجاب له من سماء قدسه بجبروت خلاص</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a:extLst>
              <a:ext uri="{FF2B5EF4-FFF2-40B4-BE49-F238E27FC236}">
                <a16:creationId xmlns:a16="http://schemas.microsoft.com/office/drawing/2014/main" id="{9BD1BBEA-EFE2-4942-87F5-C70AC09FF0D0}"/>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يمينه. هؤلاء بمركبات وهؤلاء بخيل، ونحن باسم الرب إلهنا ننمو. هم عثروا وسقطوا، ونحن قمنا وانتصبنا. يا رب خلص مَلِكك واستجب لنا يوم ندعوك. </a:t>
            </a:r>
          </a:p>
        </p:txBody>
      </p:sp>
      <p:sp>
        <p:nvSpPr>
          <p:cNvPr id="11267" name="TextBox 3">
            <a:extLst>
              <a:ext uri="{FF2B5EF4-FFF2-40B4-BE49-F238E27FC236}">
                <a16:creationId xmlns:a16="http://schemas.microsoft.com/office/drawing/2014/main" id="{96F8833D-7FDA-4646-B007-252FF24290DE}"/>
              </a:ext>
            </a:extLst>
          </p:cNvPr>
          <p:cNvSpPr txBox="1">
            <a:spLocks noChangeArrowheads="1"/>
          </p:cNvSpPr>
          <p:nvPr/>
        </p:nvSpPr>
        <p:spPr bwMode="auto">
          <a:xfrm>
            <a:off x="0" y="3046413"/>
            <a:ext cx="182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4" name="Rectangle 3">
            <a:hlinkClick r:id="rId2" action="ppaction://hlinksldjump"/>
            <a:extLst>
              <a:ext uri="{FF2B5EF4-FFF2-40B4-BE49-F238E27FC236}">
                <a16:creationId xmlns:a16="http://schemas.microsoft.com/office/drawing/2014/main" id="{28E9A2B8-01F9-40BC-BE57-0599A3596DA1}"/>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5" name="Rectangle 4">
            <a:hlinkClick r:id="rId3" action="ppaction://hlinksldjump"/>
            <a:extLst>
              <a:ext uri="{FF2B5EF4-FFF2-40B4-BE49-F238E27FC236}">
                <a16:creationId xmlns:a16="http://schemas.microsoft.com/office/drawing/2014/main" id="{BD694D38-DB5B-463B-BFFD-903766DFA780}"/>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18B568A5-A69C-4800-9193-B2F5DF326A4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(2) المزمور الثاني والعشرون</a:t>
            </a:r>
            <a:endParaRPr lang="en-US" altLang="ar-EG" sz="4800"/>
          </a:p>
        </p:txBody>
      </p:sp>
      <p:sp>
        <p:nvSpPr>
          <p:cNvPr id="12291" name="Content Placeholder 2">
            <a:extLst>
              <a:ext uri="{FF2B5EF4-FFF2-40B4-BE49-F238E27FC236}">
                <a16:creationId xmlns:a16="http://schemas.microsoft.com/office/drawing/2014/main" id="{F64A6EC1-F291-44DD-B8A3-244DD69505B3}"/>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الرب يرعاني فلا يعوزني شئ. في مراع خضر يسكنني، إلى ماء الراحة يوردني. يرد نفسي. يهدني إلى سبل البر من أجل اسمه. إن سلكت في وسط ظلال الموت فلا أخاف شرا، لأنك أنت معي. عصاك وعكازك هما يعزيانني. هيأت قدامى مائدة تجاه مضايقي. مسحت بالزيت رأسي، وكأسك روتني بقوة. ورحمتك تدركني جميع أيام حياتي، ومسكني في بيت الرب إلى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4116D105-9184-4CDF-BAC5-B49938A1EE96}"/>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مدى الأيام. </a:t>
            </a:r>
          </a:p>
        </p:txBody>
      </p:sp>
      <p:sp>
        <p:nvSpPr>
          <p:cNvPr id="13315" name="TextBox 3">
            <a:extLst>
              <a:ext uri="{FF2B5EF4-FFF2-40B4-BE49-F238E27FC236}">
                <a16:creationId xmlns:a16="http://schemas.microsoft.com/office/drawing/2014/main" id="{F3117842-E96C-4384-BC78-B4CBD55ACDC1}"/>
              </a:ext>
            </a:extLst>
          </p:cNvPr>
          <p:cNvSpPr txBox="1">
            <a:spLocks noChangeArrowheads="1"/>
          </p:cNvSpPr>
          <p:nvPr/>
        </p:nvSpPr>
        <p:spPr bwMode="auto">
          <a:xfrm>
            <a:off x="0" y="8461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DB239400-FB04-49EE-BDD9-0A240724B390}"/>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4B38D13A-D680-4AC6-AA9D-D3379A124CDA}"/>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A6502BEC-0124-47B9-8093-5DCB1423463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(3) المزمور الثالث والعشرون</a:t>
            </a:r>
            <a:endParaRPr lang="en-US" altLang="ar-EG" sz="4800"/>
          </a:p>
        </p:txBody>
      </p:sp>
      <p:sp>
        <p:nvSpPr>
          <p:cNvPr id="14339" name="Content Placeholder 2">
            <a:extLst>
              <a:ext uri="{FF2B5EF4-FFF2-40B4-BE49-F238E27FC236}">
                <a16:creationId xmlns:a16="http://schemas.microsoft.com/office/drawing/2014/main" id="{A29A8491-49FB-4993-A670-311836B741D1}"/>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للرب الأرض وملؤها، المسكونة وجميع الساكنين فيها. هو على البحار أسسها، وعلى الأنهار هيأها. من يصعد إلى جبل الرب، أو من يقوم في موضع قدسه؟ الطاهر اليدين، النقي القلب. الذي لم يحمل نفسه إلى الباطل ولم يحلف بالغش. هذا ينال بركة من الرب، ورحمة من الله مخلصه، هذا هو جيل الذين يطلبون الرب ويبتغون وجه إله يعقوب. ارفعوا أيها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B65A03E2-B996-4678-BBAD-C6640670F30B}"/>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الرؤساء أبواكم، وارتفعي أيتها الأبواب الدهرية، فيدخل ملك المجد. من هو هذا ملك المجد؟ الرب العزيز القدير، الرب القوى في الحروب. ارفعوا أيها الرؤساء أبوابكم، وارتفعي أيتها الأبواب الدهرية، فيدخل ملك المجد. من هو هذا ملك المجد؟ رب القوات، هذا هو ملك المجد. </a:t>
            </a:r>
          </a:p>
        </p:txBody>
      </p:sp>
      <p:sp>
        <p:nvSpPr>
          <p:cNvPr id="15363" name="TextBox 3">
            <a:extLst>
              <a:ext uri="{FF2B5EF4-FFF2-40B4-BE49-F238E27FC236}">
                <a16:creationId xmlns:a16="http://schemas.microsoft.com/office/drawing/2014/main" id="{07DA8E4C-8DCA-41E9-88CA-9A9750D8D6E7}"/>
              </a:ext>
            </a:extLst>
          </p:cNvPr>
          <p:cNvSpPr txBox="1">
            <a:spLocks noChangeArrowheads="1"/>
          </p:cNvSpPr>
          <p:nvPr/>
        </p:nvSpPr>
        <p:spPr bwMode="auto">
          <a:xfrm>
            <a:off x="0" y="48847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4DBD4375-DE30-46F9-9616-A170FC92BCDE}"/>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7F782E21-909D-4366-8D8C-9E2F7EB0AD9A}"/>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4C979AF-3177-4940-B48B-F876FDF853A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(4) المزمور الخامس والعشرون</a:t>
            </a:r>
            <a:endParaRPr lang="en-US" altLang="ar-EG" sz="4800"/>
          </a:p>
        </p:txBody>
      </p:sp>
      <p:sp>
        <p:nvSpPr>
          <p:cNvPr id="16387" name="Content Placeholder 2">
            <a:extLst>
              <a:ext uri="{FF2B5EF4-FFF2-40B4-BE49-F238E27FC236}">
                <a16:creationId xmlns:a16="http://schemas.microsoft.com/office/drawing/2014/main" id="{961E0C86-629D-4721-9FE4-70647C36C9D4}"/>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احكم لي يا رب فإني بدعتي سلكت، وعلى الرب توكلت فلا أضعف. اختبرني يا رب وجربنى، نقِّ قلبي وكليتي. لأن رحمتك أمام عيني، وقد ارتضيت بحقك. لم أجلس مع محفل باطل، ومع مخالفي الناموس لم أدخل. أبغضتُ مجمع الأشرار، ومع المنافقين لم أجلس. أغسل يدي بالنقاوة، وأطوف بمذبحك يا رب. لأسَمِّع صوت تسبيحك، وأنطق بجميع عجائبك.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95DF672A-0792-4050-BEAB-398906F5B7EE}"/>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يا رب أحببت جمال بيتك، وموضع مسكن مجدك. فلا تهلك مع المنافقين نفسي، ولا مع رجال الدماء حياتي. الذين في أيديهم الإثم، ويمينهم امتلأت رشوة. أما أنا فبدعتي سلكت. أنقذني وارحمني لأن رجلي وقفت في الاستقامة. في الجماعات أباركك يا رب. </a:t>
            </a:r>
          </a:p>
        </p:txBody>
      </p:sp>
      <p:sp>
        <p:nvSpPr>
          <p:cNvPr id="17411" name="TextBox 3">
            <a:extLst>
              <a:ext uri="{FF2B5EF4-FFF2-40B4-BE49-F238E27FC236}">
                <a16:creationId xmlns:a16="http://schemas.microsoft.com/office/drawing/2014/main" id="{DD732D24-026C-42E0-BAA3-5BAAFEC9B027}"/>
              </a:ext>
            </a:extLst>
          </p:cNvPr>
          <p:cNvSpPr txBox="1">
            <a:spLocks noChangeArrowheads="1"/>
          </p:cNvSpPr>
          <p:nvPr/>
        </p:nvSpPr>
        <p:spPr bwMode="auto">
          <a:xfrm>
            <a:off x="0" y="4419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D3357649-D909-4540-BE71-D6420254CDCB}"/>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50683D1E-2FFD-4C51-9154-91562E38E091}"/>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F3195EB9-B504-4DA1-8D09-174F9FE9666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(5) المزمور الثامن والعشرون</a:t>
            </a:r>
            <a:endParaRPr lang="en-US" altLang="ar-EG" sz="4800"/>
          </a:p>
        </p:txBody>
      </p:sp>
      <p:sp>
        <p:nvSpPr>
          <p:cNvPr id="18435" name="Content Placeholder 2">
            <a:extLst>
              <a:ext uri="{FF2B5EF4-FFF2-40B4-BE49-F238E27FC236}">
                <a16:creationId xmlns:a16="http://schemas.microsoft.com/office/drawing/2014/main" id="{ED0DCD2A-DBFF-48EC-9294-8CD318985E53}"/>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قدموا للرب يا أبناء الله. قدموا للرب أبناء الكباش. قدموا للرب مجدا وكرامة. قدموا للرب مجدا لاسمه. اسجدوا للرب في دار قدسه.</a:t>
            </a:r>
            <a:r>
              <a:rPr lang="ar-EG" altLang="ar-EG" sz="4800" b="1">
                <a:cs typeface="Times New Roman" panose="02020603050405020304" pitchFamily="18" charset="0"/>
              </a:rPr>
              <a:t> </a:t>
            </a:r>
            <a:r>
              <a:rPr lang="ar-SA" altLang="ar-EG" sz="4800" b="1">
                <a:cs typeface="Times New Roman" panose="02020603050405020304" pitchFamily="18" charset="0"/>
              </a:rPr>
              <a:t>صوت الرب على المياه. إله المجد أرعدَ. الرب على المياه الكثيرة. صوت الرب بقوة. صوت الرب بجلال عظيم. صوت الرب يحطم الأرز. الرب يكسر أرز لبنان ويسحقها مثل عجلٍ، لبنان، وسِريون، مثل ابن وحيد القرن. صوت</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DF45E633-C8B9-4D63-AEAE-F0459F31298B}"/>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الرب يقطع لهيب النار. صوت الرب يزلزل القفر. الرب يزلزل برية قادش. صوت الرب يولد الأيائل ويكشف الغابات. وفى هيكله المقدس كل واحد ينطق بالمجد. الرب يسكن في الطوفان، الرب يجلس ملكا إلى الأبد. الرب يعطى شعبه قوة، الرب يبارك شعبه بالسلام. </a:t>
            </a:r>
          </a:p>
        </p:txBody>
      </p:sp>
      <p:sp>
        <p:nvSpPr>
          <p:cNvPr id="19459" name="TextBox 3">
            <a:extLst>
              <a:ext uri="{FF2B5EF4-FFF2-40B4-BE49-F238E27FC236}">
                <a16:creationId xmlns:a16="http://schemas.microsoft.com/office/drawing/2014/main" id="{F5B06647-8B0D-45C7-B29C-9F0FFF2D7E47}"/>
              </a:ext>
            </a:extLst>
          </p:cNvPr>
          <p:cNvSpPr txBox="1">
            <a:spLocks noChangeArrowheads="1"/>
          </p:cNvSpPr>
          <p:nvPr/>
        </p:nvSpPr>
        <p:spPr bwMode="auto">
          <a:xfrm>
            <a:off x="0" y="4419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EDBC51B8-D00A-440D-BCAA-DB86C70C0754}"/>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E0BBEE67-AB27-48EE-90F8-485072A74A7C}"/>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ADD5CCD7-F653-4CBB-B6EF-33CFEABE0F28}"/>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(6) المزمور التاسع والعشرون</a:t>
            </a:r>
            <a:endParaRPr lang="en-US" altLang="ar-EG" sz="4800"/>
          </a:p>
        </p:txBody>
      </p:sp>
      <p:sp>
        <p:nvSpPr>
          <p:cNvPr id="20483" name="Content Placeholder 2">
            <a:extLst>
              <a:ext uri="{FF2B5EF4-FFF2-40B4-BE49-F238E27FC236}">
                <a16:creationId xmlns:a16="http://schemas.microsoft.com/office/drawing/2014/main" id="{ADE968EA-A416-49E2-9340-4F1258AFB94D}"/>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أعظمك يا رب لأنك احتضنتني، ولم تشمت بي أعدائي. أيها الرب إلهي، صرخت إليك فشفيتني. يا رب أصعدتَ من الجحيم نفسي، وخلصتني من الهابطين في الجب. رتلوا للرب يا جميع قديسيه، واعترفوا لذكر قدسه. لأن سخطا في غضبه، وحياة في رضاه. في العشاء يحل البكاء، وفى الصباح السرور. أنا قلت في نعيمي لا أتزعزع إلى الدهر، يا رب بمسرتك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526B9568-A0A9-4F67-99C2-BE1D85115734}"/>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أعطيتَ جمالي قوة. صرفت وجهك عنى، فصرتُ قلقا. إليك يا رب أصرخ، وإلى إلهي أتضرع. أية منفعة من دمى إذا هبطتُ إلى الجحيم؟ هل يعترف لك التراب أو يخبر بحقك؟ سمع الرب فرحمني، الرب صار لي عونا. حولت نوحي إلى فرح لي، مزقت مسحي ومنطقتني سرورا. لكي ترتل لك نفسي ولا يحزن قلبي. أيها الرب إلهي إلى الأبد أعترف لك. </a:t>
            </a:r>
          </a:p>
        </p:txBody>
      </p:sp>
      <p:sp>
        <p:nvSpPr>
          <p:cNvPr id="21507" name="TextBox 3">
            <a:extLst>
              <a:ext uri="{FF2B5EF4-FFF2-40B4-BE49-F238E27FC236}">
                <a16:creationId xmlns:a16="http://schemas.microsoft.com/office/drawing/2014/main" id="{799BE874-CD1F-42FA-B883-422BFCE9532F}"/>
              </a:ext>
            </a:extLst>
          </p:cNvPr>
          <p:cNvSpPr txBox="1">
            <a:spLocks noChangeArrowheads="1"/>
          </p:cNvSpPr>
          <p:nvPr/>
        </p:nvSpPr>
        <p:spPr bwMode="auto">
          <a:xfrm>
            <a:off x="6629400" y="5908675"/>
            <a:ext cx="182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ECE65415-1945-48A9-9C0E-AEF2CFD21B75}"/>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372D9D57-7D48-44BB-BF36-8DEC90A46936}"/>
              </a:ext>
            </a:extLst>
          </p:cNvPr>
          <p:cNvSpPr/>
          <p:nvPr/>
        </p:nvSpPr>
        <p:spPr>
          <a:xfrm flipH="1">
            <a:off x="24384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27670C39-82D5-4B0D-99FC-DA99E80B2C44}"/>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(7) المزمور الثالث والثلاثون</a:t>
            </a:r>
            <a:endParaRPr lang="en-US" altLang="ar-EG" sz="4800"/>
          </a:p>
        </p:txBody>
      </p:sp>
      <p:sp>
        <p:nvSpPr>
          <p:cNvPr id="22531" name="Content Placeholder 2">
            <a:extLst>
              <a:ext uri="{FF2B5EF4-FFF2-40B4-BE49-F238E27FC236}">
                <a16:creationId xmlns:a16="http://schemas.microsoft.com/office/drawing/2014/main" id="{C8332E86-6854-4845-BDD7-31EB64CCA603}"/>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أبارك الرب في كل وقت، وفى كل حين تسبحته في فمي، بالرب تفتخر نفسي، يسمع الودعاء فيفرحون. عظموا الرب معي، لنرفع اسمه جميعا. طلبتُ إلى الرب فاستجاب لي، ومن جميع مخاوفي نجاني. تقدموا إليه واستنيروا، ووجوهكم لا تخزى. هذا المسكين صرخ فاستمعه الرب، ومن جميع ضيقاته خلصه. يعسكر ملاك الرب حول كل خائفيه وينجيهم.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B668F84B-1A7C-44A4-A1ED-C7109A3AEB49}"/>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ذوقوا وانظروا ما أطيبَ الربَ! طوبى للإنسان المتكل عليه. اتقوا الرب يا جميع قديسيه، فإن الذين يتقونه لا يعوزهم شيء. الأغنياء افتقروا وجاعوا، أما الذين يبتغون الرب فلا يعوزهم أي خير.</a:t>
            </a:r>
            <a:r>
              <a:rPr lang="ar-EG" altLang="ar-EG" sz="4800" b="1">
                <a:cs typeface="Times New Roman" panose="02020603050405020304" pitchFamily="18" charset="0"/>
              </a:rPr>
              <a:t> </a:t>
            </a:r>
            <a:r>
              <a:rPr lang="ar-SA" altLang="ar-EG" sz="4800" b="1">
                <a:cs typeface="Times New Roman" panose="02020603050405020304" pitchFamily="18" charset="0"/>
              </a:rPr>
              <a:t>هلم أيها البنون استمعوا لي، فأعلمكم مخافة الرب. من هو الإنسان الذي يهوى الحياة، ويحب أن يرى أياما صالحة؟ صن لسانك عن الشر، وشفتيك عن النطق بالغش. حد عن الشر واصنع الخير، اطلب السلامة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a:extLst>
              <a:ext uri="{FF2B5EF4-FFF2-40B4-BE49-F238E27FC236}">
                <a16:creationId xmlns:a16="http://schemas.microsoft.com/office/drawing/2014/main" id="{8150BB60-7774-49BA-A8AA-C03F7FAC7295}"/>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واتبعها. فإن عيني الرب على الصديقين، وأذنيه مصغيتان إلى طلبتهم. وجْه الرب ضد صانعي الشر، ليمحو من الأرض ذكرهم. الصديقون صرخوا والرب استجاب لهم، ومن جميع شدائدهم نجاهم. قريب هو الرب من منسحقي القلب، ويخلص المتواضعين بالروح. كثيرة هي أحزان الصديقين، ومن جميعها ينجيهم الرب. يحفظ الرب جميع عظامهم، وواحدة منها لا تنكسر. يموت الخطاة بشرهم،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7DAE3A66-19D4-403B-BA70-E9AB669E7924}"/>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ومبغضو الصديق يندمون. الرب ينقذ نفوس عبيده، ولا يندم جميع المتكلين عليه. </a:t>
            </a:r>
          </a:p>
        </p:txBody>
      </p:sp>
      <p:sp>
        <p:nvSpPr>
          <p:cNvPr id="25603" name="TextBox 3">
            <a:extLst>
              <a:ext uri="{FF2B5EF4-FFF2-40B4-BE49-F238E27FC236}">
                <a16:creationId xmlns:a16="http://schemas.microsoft.com/office/drawing/2014/main" id="{BB1FBE35-3F76-46CA-B55E-0B737C5A8B76}"/>
              </a:ext>
            </a:extLst>
          </p:cNvPr>
          <p:cNvSpPr txBox="1">
            <a:spLocks noChangeArrowheads="1"/>
          </p:cNvSpPr>
          <p:nvPr/>
        </p:nvSpPr>
        <p:spPr bwMode="auto">
          <a:xfrm>
            <a:off x="0" y="15240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4" name="Rectangle 3">
            <a:hlinkClick r:id="rId2" action="ppaction://hlinksldjump"/>
            <a:extLst>
              <a:ext uri="{FF2B5EF4-FFF2-40B4-BE49-F238E27FC236}">
                <a16:creationId xmlns:a16="http://schemas.microsoft.com/office/drawing/2014/main" id="{1B2CC31D-777E-4434-A767-3929CFB8E140}"/>
              </a:ext>
            </a:extLst>
          </p:cNvPr>
          <p:cNvSpPr/>
          <p:nvPr/>
        </p:nvSpPr>
        <p:spPr>
          <a:xfrm flipH="1">
            <a:off x="76200" y="6093976"/>
            <a:ext cx="1752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الإنجيل</a:t>
            </a:r>
            <a:endParaRPr lang="en-US" sz="4000" b="1" dirty="0">
              <a:solidFill>
                <a:schemeClr val="bg1"/>
              </a:solidFill>
            </a:endParaRPr>
          </a:p>
        </p:txBody>
      </p:sp>
      <p:sp>
        <p:nvSpPr>
          <p:cNvPr id="5" name="Rectangle 4">
            <a:hlinkClick r:id="rId3" action="ppaction://hlinksldjump"/>
            <a:extLst>
              <a:ext uri="{FF2B5EF4-FFF2-40B4-BE49-F238E27FC236}">
                <a16:creationId xmlns:a16="http://schemas.microsoft.com/office/drawing/2014/main" id="{90FE3718-E782-4BF7-A723-AE664F6C467A}"/>
              </a:ext>
            </a:extLst>
          </p:cNvPr>
          <p:cNvSpPr/>
          <p:nvPr/>
        </p:nvSpPr>
        <p:spPr>
          <a:xfrm flipH="1">
            <a:off x="7315200" y="6093976"/>
            <a:ext cx="1752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المزامير</a:t>
            </a:r>
            <a:endParaRPr lang="en-US" sz="4000" b="1" dirty="0">
              <a:solidFill>
                <a:schemeClr val="bg1"/>
              </a:solidFill>
            </a:endParaRPr>
          </a:p>
        </p:txBody>
      </p:sp>
      <p:sp>
        <p:nvSpPr>
          <p:cNvPr id="6" name="Rectangle 5">
            <a:hlinkClick r:id="rId2" action="ppaction://hlinksldjump"/>
            <a:extLst>
              <a:ext uri="{FF2B5EF4-FFF2-40B4-BE49-F238E27FC236}">
                <a16:creationId xmlns:a16="http://schemas.microsoft.com/office/drawing/2014/main" id="{735126DC-D973-422F-A5D7-872B8B1536D8}"/>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9A7AE567-94BD-4CCB-A1F6-4F2C0CCEB489}"/>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5FB73E5A-9A7C-4755-84CE-98CB8A4FDD0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8</a:t>
            </a:r>
            <a:r>
              <a:rPr lang="ar-SA" altLang="ar-EG" sz="4800"/>
              <a:t>) المزمور الأربعون</a:t>
            </a:r>
            <a:endParaRPr lang="en-US" altLang="ar-EG" sz="4800"/>
          </a:p>
        </p:txBody>
      </p:sp>
      <p:sp>
        <p:nvSpPr>
          <p:cNvPr id="26627" name="Content Placeholder 2">
            <a:extLst>
              <a:ext uri="{FF2B5EF4-FFF2-40B4-BE49-F238E27FC236}">
                <a16:creationId xmlns:a16="http://schemas.microsoft.com/office/drawing/2014/main" id="{978E80CB-EA93-4259-97BE-E2FB76C8B2EC}"/>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طوبى لمن يتعطف على المسكين، في يوم الشر ينجيه الرب. الرب يحفظه ويحييه، ويجعله في الأرض مغبوطا، ولا يسلمه لأيدي أعدائه. الرب يعينه على سرير وجعه، إنك رتبت مضجعه كله في مرضه. أنا قلت يا رب ارحمني، اشف نفسي لأني قد أخطأتُ إليك. أعدائي تقوّلوا على شرا: متى يموت ويباد اسمه؟ الذي دخل ليراني كان يتكلم بالرياء، وقلبه يضمر له شرا،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C960ADE9-D73C-4596-8183-BFED76EAD6D6}"/>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ثم كان يخرج خارجا ويتكلم علىّ. تهامس على جميع أعدائي، وتشاوروا على بالسوء. وكلاما مخالفا للناموس رتبوا علىّ، قالوا: "ألا يعود الراقد أن يقوم؟" حتى إنسان سلامتي الذي وثقت به، الذي أكل خبزي رفع علىّ عقبه. وأنت يا رب ارحمني وأقمني فأجازيهم. بهذا علمت أنك هويتني، لأن عدوي لن يسر بي. أما أنا فمن أجل دعتي قبلتني، وثبتني أمامك إلى الأبد. مبارك الرب إله إسرائيل، من الأزل وإلى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0143D0BC-6F46-4E0B-94A9-C61B32ADA3B8}"/>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الأبد يكون.</a:t>
            </a:r>
          </a:p>
        </p:txBody>
      </p:sp>
      <p:sp>
        <p:nvSpPr>
          <p:cNvPr id="28675" name="TextBox 3">
            <a:extLst>
              <a:ext uri="{FF2B5EF4-FFF2-40B4-BE49-F238E27FC236}">
                <a16:creationId xmlns:a16="http://schemas.microsoft.com/office/drawing/2014/main" id="{109173D6-512F-41EA-B2B8-ACCE71E04AB3}"/>
              </a:ext>
            </a:extLst>
          </p:cNvPr>
          <p:cNvSpPr txBox="1">
            <a:spLocks noChangeArrowheads="1"/>
          </p:cNvSpPr>
          <p:nvPr/>
        </p:nvSpPr>
        <p:spPr bwMode="auto">
          <a:xfrm>
            <a:off x="0" y="828675"/>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FE1EEAEE-1F8D-45C5-9736-3F37FE8DBCC3}"/>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07FA5561-48C9-4287-B5A2-589710F22E45}"/>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2AF4CD4D-693F-43F9-B5E0-69A38B1F9293}"/>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9</a:t>
            </a:r>
            <a:r>
              <a:rPr lang="ar-SA" altLang="ar-EG" sz="4800"/>
              <a:t>) المزمور الثاني والأربعون</a:t>
            </a:r>
            <a:endParaRPr lang="en-US" altLang="ar-EG" sz="4800"/>
          </a:p>
        </p:txBody>
      </p:sp>
      <p:sp>
        <p:nvSpPr>
          <p:cNvPr id="29699" name="Content Placeholder 2">
            <a:extLst>
              <a:ext uri="{FF2B5EF4-FFF2-40B4-BE49-F238E27FC236}">
                <a16:creationId xmlns:a16="http://schemas.microsoft.com/office/drawing/2014/main" id="{A6D594A7-60F2-4684-8E7C-76C56ABFAD11}"/>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احكم لي يا رب وانتقم لمظلمتي، من أمة غير بارة. ومن إنسان ظالم وغاش نجني، لأنك أنت هو إلهي وقوتي. لماذا أقصيتني؟ ولماذا أسلك كئيبا من مضايقة عدوي؟ أرسل نورك وحقك، فإنهما يهديانني ويصعدانني إلى جبلك المقدس وإلى مسكنك. فأدخل إلى مذبح الله، تجاه وجه الله الذي يفرح شبابي. أعترف لك بالقيثارة يا الله إلهي. لماذا أنت حزينة يا نفسي، ولماذا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A1FEF774-611A-4A73-9C1B-CFE03CD15B57}"/>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تزعجينني؟ توكلي على الله فإني أعترف له، خلاص وجهي هو إلهي. </a:t>
            </a:r>
          </a:p>
        </p:txBody>
      </p:sp>
      <p:sp>
        <p:nvSpPr>
          <p:cNvPr id="30723" name="TextBox 3">
            <a:extLst>
              <a:ext uri="{FF2B5EF4-FFF2-40B4-BE49-F238E27FC236}">
                <a16:creationId xmlns:a16="http://schemas.microsoft.com/office/drawing/2014/main" id="{FE4C0B65-5B91-4189-A1A5-296CFB827CE6}"/>
              </a:ext>
            </a:extLst>
          </p:cNvPr>
          <p:cNvSpPr txBox="1">
            <a:spLocks noChangeArrowheads="1"/>
          </p:cNvSpPr>
          <p:nvPr/>
        </p:nvSpPr>
        <p:spPr bwMode="auto">
          <a:xfrm>
            <a:off x="0" y="1371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C4288DB4-2DF7-4576-B6E3-99F797C6DA7E}"/>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7BDE8285-3795-48D3-836A-528CFB7C66F6}"/>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2CFAFB8F-55F6-4932-984D-7FCB90FA4B6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10</a:t>
            </a:r>
            <a:r>
              <a:rPr lang="ar-SA" altLang="ar-EG" sz="4800"/>
              <a:t>) المزمور الرابع والأربعون</a:t>
            </a:r>
            <a:endParaRPr lang="en-US" altLang="ar-EG" sz="4800"/>
          </a:p>
        </p:txBody>
      </p:sp>
      <p:sp>
        <p:nvSpPr>
          <p:cNvPr id="31747" name="Content Placeholder 2">
            <a:extLst>
              <a:ext uri="{FF2B5EF4-FFF2-40B4-BE49-F238E27FC236}">
                <a16:creationId xmlns:a16="http://schemas.microsoft.com/office/drawing/2014/main" id="{57923842-C714-4C68-A57D-2D4B8B429AF8}"/>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فاض قلبي بكلام صالح. إني أخبر الملكَ بأفعالي، لساني قلمُ كاتبٍ ماهر. إنك أبرع جمالا من بنى البشر. وقد انسكبت النعمة على شفتيك، فلذلك باركك الله إلى الدهر. تقلد سيفك على فخدك أيها القوى جلالك وجمالك. استله وانجح واملك من أجل الحق والدعة والعدل، وتهديك بالعجب يمينك. نبلك مسنونة في قلب أعداء الملك أيها الجبار، الشعوب تحتك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a16="http://schemas.microsoft.com/office/drawing/2014/main" id="{00FA0935-6531-4ADA-9E06-A0BBAF6A4593}"/>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يسقطون. كرسيك يا الله إلى دهر الدهر، قضيب الاستقامة هو قضيب ملكك. لأنك أحببتَ البر وأبغضتَ الإثم. من أجل هذا مسحك الله إلهك بزيت البهجة أفضلَ من رفقائك. المر والميعة والسليخة طيب ثيابك. من قصور العاج التي أبهجتك. بنات الملوك في تكريمك. قامت الملكة عن يمينك، مشتملة بثوب موشى بالذهب، مزينة بأنواع كثيرة. اسمعي يا ابنتي وانظري وأميلي أذنك، وانسَيْ شعبك وبيت</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a:extLst>
              <a:ext uri="{FF2B5EF4-FFF2-40B4-BE49-F238E27FC236}">
                <a16:creationId xmlns:a16="http://schemas.microsoft.com/office/drawing/2014/main" id="{F876FE1C-D26F-4D0D-AB9B-35D106C9AE11}"/>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أبيك. فإن الملكَ قد اشتهى حسنك، لأنه هو ربك وله تسجدين. وله تسجد بنات صورَ بالهدايا، ويترجّى وجهَه أغنياءُ شعب الأرض. كل مجد ابنة الملك من داخل، مشتملة بأطراف موشاة بالذهب، مزينة بأشكال كثيرة. تدخُل إلى الملك عذارى في إثرها، جميع قريباتها إليه يُقدَّمْن. يَبْلغن بفرح وابتهاج، يَدخُلن إلى هيكل الملك. ويكون لك أبناءٌ عوضا عن آبائك، تقيمهم رؤساء على سائر الأرض، ويذكرون اسمك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8AD78A40-2735-4748-8F52-4786AB43A636}"/>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جيلا بعد جيل. من أجل ذلك تعترف لك الشعوب يا الله إلى الدهر، وإلى دهر الدهور.</a:t>
            </a:r>
          </a:p>
        </p:txBody>
      </p:sp>
      <p:sp>
        <p:nvSpPr>
          <p:cNvPr id="34819" name="TextBox 3">
            <a:extLst>
              <a:ext uri="{FF2B5EF4-FFF2-40B4-BE49-F238E27FC236}">
                <a16:creationId xmlns:a16="http://schemas.microsoft.com/office/drawing/2014/main" id="{217F304A-ECD2-4D21-B10B-8A602974D811}"/>
              </a:ext>
            </a:extLst>
          </p:cNvPr>
          <p:cNvSpPr txBox="1">
            <a:spLocks noChangeArrowheads="1"/>
          </p:cNvSpPr>
          <p:nvPr/>
        </p:nvSpPr>
        <p:spPr bwMode="auto">
          <a:xfrm>
            <a:off x="0" y="14478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26EE0C5F-2116-4085-A497-F675FFD6F938}"/>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1D211505-7289-4272-AF62-8A80A555FB38}"/>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65919E76-3628-4ABA-88AF-F50350072FE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a:t>
            </a:r>
            <a:r>
              <a:rPr lang="ar-EG" altLang="ar-EG" sz="4800"/>
              <a:t>1</a:t>
            </a:r>
            <a:r>
              <a:rPr lang="ar-SA" altLang="ar-EG" sz="4800"/>
              <a:t>) المزمور الخامس والأربعون</a:t>
            </a:r>
            <a:endParaRPr lang="en-US" altLang="ar-EG" sz="4800"/>
          </a:p>
        </p:txBody>
      </p:sp>
      <p:sp>
        <p:nvSpPr>
          <p:cNvPr id="35843" name="Content Placeholder 2">
            <a:extLst>
              <a:ext uri="{FF2B5EF4-FFF2-40B4-BE49-F238E27FC236}">
                <a16:creationId xmlns:a16="http://schemas.microsoft.com/office/drawing/2014/main" id="{6ABBE324-505C-45A5-8592-89D696BE451A}"/>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إلهنا ملجأنا وقوتنا، ومعيننا في شدائدنا التي أصابتنا جدا. لذلك لا نخشى إذا تزعزعت الأرض، وانقلبت الجبال إلى قلب البحار. تعج المياه وتجيش، وتتزعزع الجبال بعزته. مجارى الأنهار تفرح مدينة الله. لقد قدس العلي مسكنه، والله في وسطها فلن تتزعزع. يعين الله وجهها. اضطربت الأمم، وماجت الممالك. أبدى صوته، فتزلزلت الأرض. الرب إله القوات</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id="{2823CF78-3D78-466D-A597-ECCC2649DE49}"/>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معنا، ناصرنا هو إله يعقوب. هلم فانظروا أعمال الرب، التي جعلها آيات على الأرض. الذي ينزع الحروب من أقاصي الأرض. يسحق قسيهم ويكسر سلاحهم، ويحرق أتراسهم بالنار. ثابروا واعلموا أنى أنا هو الله، أرتفع بين الأمم وأتعالى في الأرض. الرب إله القوات معنا، ناصرنا هو إله يعقوب. </a:t>
            </a:r>
          </a:p>
        </p:txBody>
      </p:sp>
      <p:sp>
        <p:nvSpPr>
          <p:cNvPr id="36867" name="TextBox 3">
            <a:extLst>
              <a:ext uri="{FF2B5EF4-FFF2-40B4-BE49-F238E27FC236}">
                <a16:creationId xmlns:a16="http://schemas.microsoft.com/office/drawing/2014/main" id="{DC2D551D-41A0-47F6-82D9-808145AAA452}"/>
              </a:ext>
            </a:extLst>
          </p:cNvPr>
          <p:cNvSpPr txBox="1">
            <a:spLocks noChangeArrowheads="1"/>
          </p:cNvSpPr>
          <p:nvPr/>
        </p:nvSpPr>
        <p:spPr bwMode="auto">
          <a:xfrm>
            <a:off x="0" y="49530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B75789D6-F200-4D46-AAF3-BE8B5C8846E9}"/>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D88E31EE-1945-4709-96A5-7973281D68B3}"/>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E30F4F1F-2BE9-4DB1-A155-A441186D8D20}"/>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a:t>
            </a:r>
            <a:r>
              <a:rPr lang="ar-EG" altLang="ar-EG" sz="4800"/>
              <a:t>2</a:t>
            </a:r>
            <a:r>
              <a:rPr lang="ar-SA" altLang="ar-EG" sz="4800"/>
              <a:t>) المزمور السادس والأربعون</a:t>
            </a:r>
            <a:endParaRPr lang="en-US" altLang="ar-EG" sz="4800"/>
          </a:p>
        </p:txBody>
      </p:sp>
      <p:sp>
        <p:nvSpPr>
          <p:cNvPr id="37891" name="Content Placeholder 2">
            <a:extLst>
              <a:ext uri="{FF2B5EF4-FFF2-40B4-BE49-F238E27FC236}">
                <a16:creationId xmlns:a16="http://schemas.microsoft.com/office/drawing/2014/main" id="{0F843DFB-840A-48E2-967C-67AECAAE4C1B}"/>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جميع الأمم صفقوا بأيديكم، هللوا لله بصوت الابتهاج. لأن الرب عال ومرهوب، ملك كبير على كافة الأرض. أخضع الشعوب لنا، والأمم تحت أقدامنا، اختارنا ميراثا له، جمال يعقوب الذي أحبه.</a:t>
            </a:r>
            <a:r>
              <a:rPr lang="ar-EG" altLang="ar-EG" sz="4800" b="1">
                <a:cs typeface="Times New Roman" panose="02020603050405020304" pitchFamily="18" charset="0"/>
              </a:rPr>
              <a:t> </a:t>
            </a:r>
            <a:r>
              <a:rPr lang="ar-SA" altLang="ar-EG" sz="4800" b="1">
                <a:cs typeface="Times New Roman" panose="02020603050405020304" pitchFamily="18" charset="0"/>
              </a:rPr>
              <a:t>صعد الله بتهليل، والرب بصوت البوق. رتلوا لإلهنا رتلوا، رتلوا لمليكنا رتلوا، لأن الرب هو ملك الأرض كلها. رتلوا بفهم لأن الرب قد ملك على جميع الأمم. الله جلس على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a:extLst>
              <a:ext uri="{FF2B5EF4-FFF2-40B4-BE49-F238E27FC236}">
                <a16:creationId xmlns:a16="http://schemas.microsoft.com/office/drawing/2014/main" id="{1FFD9BED-73D6-46CC-8C07-08FB03124755}"/>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كرسيه المقدس. رؤساء الشعوب اجتمعوا مع إله إبراهيم، لأن أعزاء الله قد ارتفعوا في الأرض جدا. </a:t>
            </a:r>
          </a:p>
        </p:txBody>
      </p:sp>
      <p:sp>
        <p:nvSpPr>
          <p:cNvPr id="38915" name="TextBox 3">
            <a:extLst>
              <a:ext uri="{FF2B5EF4-FFF2-40B4-BE49-F238E27FC236}">
                <a16:creationId xmlns:a16="http://schemas.microsoft.com/office/drawing/2014/main" id="{D7251A47-2183-4821-B374-6F47A4247D8C}"/>
              </a:ext>
            </a:extLst>
          </p:cNvPr>
          <p:cNvSpPr txBox="1">
            <a:spLocks noChangeArrowheads="1"/>
          </p:cNvSpPr>
          <p:nvPr/>
        </p:nvSpPr>
        <p:spPr bwMode="auto">
          <a:xfrm>
            <a:off x="0" y="22098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D9ACBD37-FDC7-47D5-A734-D881AA484519}"/>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الثالثة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AA87530D-D7AD-44C8-B449-BC47043602A6}"/>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الثالثة</a:t>
            </a:r>
            <a:endParaRPr lang="en-US" sz="4000" b="1" dirty="0">
              <a:solidFill>
                <a:schemeClr val="bg1"/>
              </a:solidFill>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BCB98017-3410-48D9-9B3F-A02D52555A0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إنجيل الساعة الثالثة (</a:t>
            </a:r>
            <a:r>
              <a:rPr lang="ar-SA" altLang="ar-EG" sz="4800"/>
              <a:t>يوحنا14: 26ـ15: 3</a:t>
            </a:r>
            <a:r>
              <a:rPr lang="ar-EG" altLang="ar-EG" sz="4800"/>
              <a:t>)</a:t>
            </a:r>
            <a:endParaRPr lang="en-US" altLang="ar-EG" sz="4800"/>
          </a:p>
        </p:txBody>
      </p:sp>
      <p:sp>
        <p:nvSpPr>
          <p:cNvPr id="39939" name="Content Placeholder 2">
            <a:extLst>
              <a:ext uri="{FF2B5EF4-FFF2-40B4-BE49-F238E27FC236}">
                <a16:creationId xmlns:a16="http://schemas.microsoft.com/office/drawing/2014/main" id="{E513EC61-E4F9-45B0-8F73-331D747A38AD}"/>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متى جاء المعزى الروح القدس الذي سيرسله الآب باسمي، فهو يعلمكم كل شيء ويذكركم بكل ما قلته لكم. سلامي أترك لكم. سلامي أنا أعطيكم. ليس كما يعطى العالمُ أعطيكم. لا تضطرب قلوبكم ولا تجزع. سمعتم أنى قلت لكم إني أمضى ثم آتى إليكم. لو كنتم تحبونني لكنتم تفرحون لأني أمضى إلى الآب، لأن أبى أعظمُ منى. وقد قلتُ لكم الآن قبل أن يكون، حتى متى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id="{B09B8318-3D27-4F10-9D8A-6EE636BFC352}"/>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كان تؤمنون. لست أكلمكم كلاما كثيرا بعد، لأن رئيس هذا العالم آتٍ وليس له في شيءٌ. لكن لكي يعلمَ العالمُ أنني أحب أبى، وكما أوصاني أبى هكذا أفعل، قوموا ننطلق من ههنا. أنا هو الكرمة الحقيقية وأبى الكرام. كل غصن فيّ لا يأتي بثمر يقطعه. وكل ما يأتي بثمر ينقيه ليأتي بثمر أكثر. وأنتم من قبْل أنقياءُ من أجل الكلام الذي كلمتكم به. اثبتوا في وأنا أيضا فيكم. </a:t>
            </a:r>
          </a:p>
        </p:txBody>
      </p:sp>
      <p:sp>
        <p:nvSpPr>
          <p:cNvPr id="40963" name="TextBox 3">
            <a:extLst>
              <a:ext uri="{FF2B5EF4-FFF2-40B4-BE49-F238E27FC236}">
                <a16:creationId xmlns:a16="http://schemas.microsoft.com/office/drawing/2014/main" id="{1F309023-088C-4AC6-BC9E-F6C35353F436}"/>
              </a:ext>
            </a:extLst>
          </p:cNvPr>
          <p:cNvSpPr txBox="1">
            <a:spLocks noChangeArrowheads="1"/>
          </p:cNvSpPr>
          <p:nvPr/>
        </p:nvSpPr>
        <p:spPr bwMode="auto">
          <a:xfrm>
            <a:off x="0" y="5951538"/>
            <a:ext cx="3429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DB53FB07-7467-44A7-96AB-7FE0BA812EF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قطع الساعة الثالثة</a:t>
            </a:r>
            <a:endParaRPr lang="en-US" altLang="ar-EG" sz="4800"/>
          </a:p>
        </p:txBody>
      </p:sp>
      <p:sp>
        <p:nvSpPr>
          <p:cNvPr id="41987" name="Content Placeholder 2">
            <a:extLst>
              <a:ext uri="{FF2B5EF4-FFF2-40B4-BE49-F238E27FC236}">
                <a16:creationId xmlns:a16="http://schemas.microsoft.com/office/drawing/2014/main" id="{4D797F87-A2C2-4992-9BD9-C5D9AB6468A1}"/>
              </a:ext>
            </a:extLst>
          </p:cNvPr>
          <p:cNvSpPr>
            <a:spLocks noGrp="1"/>
          </p:cNvSpPr>
          <p:nvPr>
            <p:ph idx="4294967295"/>
          </p:nvPr>
        </p:nvSpPr>
        <p:spPr bwMode="auto">
          <a:xfrm>
            <a:off x="0" y="76200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روحك القدوس يا رب الذي أرسلته على تلاميذك القديسين ورسلك المكرمين في الساعة الثالثة، هذا لا تنزعه منا أيها الصالح، لكن جدده في أحشائنا. قلبا نقيا اخلق فيَّ يا الله، وروحا مستقيما جدد في أحشائي. لا تطرحني من قدام وجهك، وروحك القدوس لا تنزعه منى. </a:t>
            </a:r>
            <a:r>
              <a:rPr lang="ar-SA" altLang="ar-EG" sz="4800" b="1">
                <a:solidFill>
                  <a:srgbClr val="FFC000"/>
                </a:solidFill>
                <a:cs typeface="Times New Roman" panose="02020603050405020304" pitchFamily="18" charset="0"/>
              </a:rPr>
              <a:t>(ذوكصابترى..)</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BF8B8C9C-020D-4448-A7A8-1FCA8AD5151B}"/>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أيها الرب الذي أرسلتَ روح قدسك على تلاميذك القديسين ورسلك المكرمين في الساعة الثالثة، هذا لا تنزعه منا أيها الصالح. لكن نسألك أن تجدده في أحشائنا، يا ربنا يسوع المسيح ابن الله الكلمة، روحا مستقيما ومحييا، روح النبوءة والعفة، روح القداسة والعدالة والسلطة، أيها القادر على كل شيء، لأنك أنت هو ضياء نفوسنا. يا من يضئ لكل إنسان آت إلى العالم، ارحمنا.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id="{FF013A34-B9F8-4D13-A29F-6D87A4FF1E0F}"/>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يا والدة الإله أنت هي الكرمة الحقيقية الحاملة عنقود الحياة، نسألك أيتها المملوءة نعمة، مع الرسل، من أجل خلاص نفوسنا. مبارك الرب إلهنا. مبارك الرب يوما فيوما، يهيئ طريقنا لأنه إله خلاصنا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56C19155-BEB3-482F-9117-2BCBE66B83A5}"/>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أيها الملك السمائي المعزى، روح الحق، الحاضر في كل مكان والمالئ الكل، كنز الصالحات، ومعطى الحياة، هلم تفضل وحل فينا، وطهرنا من كل دنس أيها الصالح، وخلص نفوسنا. </a:t>
            </a:r>
            <a:r>
              <a:rPr lang="ar-SA" altLang="ar-EG" sz="4800" b="1">
                <a:solidFill>
                  <a:srgbClr val="FFC000"/>
                </a:solidFill>
                <a:cs typeface="Times New Roman" panose="02020603050405020304" pitchFamily="18" charset="0"/>
              </a:rPr>
              <a:t>(ذوكصابترى … )</a:t>
            </a:r>
          </a:p>
        </p:txBody>
      </p:sp>
      <p:sp>
        <p:nvSpPr>
          <p:cNvPr id="3" name="Content Placeholder 2">
            <a:extLst>
              <a:ext uri="{FF2B5EF4-FFF2-40B4-BE49-F238E27FC236}">
                <a16:creationId xmlns:a16="http://schemas.microsoft.com/office/drawing/2014/main" id="{A4FAB6A9-00EE-441D-B762-B30FEF744ABD}"/>
              </a:ext>
            </a:extLst>
          </p:cNvPr>
          <p:cNvSpPr txBox="1">
            <a:spLocks/>
          </p:cNvSpPr>
          <p:nvPr/>
        </p:nvSpPr>
        <p:spPr bwMode="auto">
          <a:xfrm>
            <a:off x="0" y="3786188"/>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en-US" sz="4800" b="1" kern="0" dirty="0">
                <a:solidFill>
                  <a:srgbClr val="FFC000"/>
                </a:solidFill>
                <a:latin typeface="Abraam" pitchFamily="2" charset="0"/>
                <a:cs typeface="Times New Roman" panose="02020603050405020304" pitchFamily="18" charset="0"/>
              </a:rPr>
              <a:t>$</a:t>
            </a:r>
            <a:r>
              <a:rPr lang="ar-EG" sz="4800" b="1" kern="0" dirty="0">
                <a:solidFill>
                  <a:srgbClr val="FFC000"/>
                </a:solidFill>
                <a:latin typeface="Abraam" pitchFamily="2" charset="0"/>
                <a:cs typeface="Times New Roman" panose="02020603050405020304" pitchFamily="18" charset="0"/>
              </a:rPr>
              <a:t> </a:t>
            </a:r>
            <a:r>
              <a:rPr lang="ar-SA" sz="4800" b="1" kern="0" dirty="0">
                <a:cs typeface="Times New Roman" panose="02020603050405020304" pitchFamily="18" charset="0"/>
              </a:rPr>
              <a:t>كما كنت تلاميذك أيها المخلص وأعطيتهم السلام، هلم أيضا كن معنا وامنحنا سلامك وخلصنا ونج نفوسنا. </a:t>
            </a:r>
            <a:r>
              <a:rPr lang="ar-SA" sz="4800" b="1" kern="0" dirty="0">
                <a:solidFill>
                  <a:srgbClr val="FFC000"/>
                </a:solidFill>
                <a:cs typeface="Times New Roman" panose="02020603050405020304" pitchFamily="18" charset="0"/>
              </a:rPr>
              <a:t>(كى نين.. )</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D14B7C9A-030A-4E1D-A80D-C796ECFFF1C6}"/>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إذا ما وقفنا في هيكلك المقدس نحسب كالقيام في السماء. يا والدة الإله، أنت هي باب السماء، افتحي لنا باب الرحمة.</a:t>
            </a:r>
            <a:endParaRPr lang="ar-SA" altLang="ar-EG" sz="4800" b="1">
              <a:solidFill>
                <a:srgbClr val="FFC000"/>
              </a:solidFill>
              <a:cs typeface="Times New Roman" panose="02020603050405020304" pitchFamily="18" charset="0"/>
            </a:endParaRPr>
          </a:p>
        </p:txBody>
      </p:sp>
      <p:sp>
        <p:nvSpPr>
          <p:cNvPr id="46083" name="Rectangle 2">
            <a:extLst>
              <a:ext uri="{FF2B5EF4-FFF2-40B4-BE49-F238E27FC236}">
                <a16:creationId xmlns:a16="http://schemas.microsoft.com/office/drawing/2014/main" id="{06A2823C-CAC4-4F4B-AB54-BF6BC3135A1A}"/>
              </a:ext>
            </a:extLst>
          </p:cNvPr>
          <p:cNvSpPr>
            <a:spLocks noChangeArrowheads="1"/>
          </p:cNvSpPr>
          <p:nvPr/>
        </p:nvSpPr>
        <p:spPr bwMode="auto">
          <a:xfrm>
            <a:off x="2438400" y="5029200"/>
            <a:ext cx="446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a:r>
              <a:rPr lang="ar-SA" altLang="ar-EG" sz="4800" b="1">
                <a:solidFill>
                  <a:srgbClr val="FFC000"/>
                </a:solidFill>
                <a:latin typeface="Times New Roman" panose="02020603050405020304" pitchFamily="18" charset="0"/>
                <a:cs typeface="Times New Roman" panose="02020603050405020304" pitchFamily="18" charset="0"/>
              </a:rPr>
              <a:t>كيريي ليسون</a:t>
            </a:r>
            <a:r>
              <a:rPr lang="ar-EG" altLang="ar-EG" sz="4800" b="1">
                <a:solidFill>
                  <a:srgbClr val="FFC000"/>
                </a:solidFill>
                <a:latin typeface="Times New Roman" panose="02020603050405020304" pitchFamily="18" charset="0"/>
                <a:cs typeface="Times New Roman" panose="02020603050405020304" pitchFamily="18" charset="0"/>
              </a:rPr>
              <a:t> </a:t>
            </a:r>
            <a:r>
              <a:rPr lang="ar-SA" altLang="ar-EG" sz="4800" b="1">
                <a:solidFill>
                  <a:srgbClr val="FFC000"/>
                </a:solidFill>
                <a:latin typeface="Times New Roman" panose="02020603050405020304" pitchFamily="18" charset="0"/>
                <a:cs typeface="Times New Roman" panose="02020603050405020304" pitchFamily="18" charset="0"/>
              </a:rPr>
              <a:t>41 مرة</a:t>
            </a:r>
            <a:endParaRPr lang="en-US" altLang="ar-EG" sz="3200" b="1">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A197970B-66DB-4C52-B6D7-EFAAF94E909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47107" name="Content Placeholder 2">
            <a:extLst>
              <a:ext uri="{FF2B5EF4-FFF2-40B4-BE49-F238E27FC236}">
                <a16:creationId xmlns:a16="http://schemas.microsoft.com/office/drawing/2014/main" id="{DC316A14-0D8A-4D6A-B461-33E3FD6A8ACD}"/>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a:extLst>
              <a:ext uri="{FF2B5EF4-FFF2-40B4-BE49-F238E27FC236}">
                <a16:creationId xmlns:a16="http://schemas.microsoft.com/office/drawing/2014/main" id="{0CB5919A-739E-4B95-9E74-64ACDAFC0B0F}"/>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D6540977-218B-4318-9E32-41912F9031C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تحليل الساعة الثالثة</a:t>
            </a:r>
            <a:endParaRPr lang="en-US" altLang="ar-EG" sz="4800"/>
          </a:p>
        </p:txBody>
      </p:sp>
      <p:sp>
        <p:nvSpPr>
          <p:cNvPr id="49155" name="Content Placeholder 2">
            <a:extLst>
              <a:ext uri="{FF2B5EF4-FFF2-40B4-BE49-F238E27FC236}">
                <a16:creationId xmlns:a16="http://schemas.microsoft.com/office/drawing/2014/main" id="{460E2432-A501-41F0-B4EF-B3367C9F402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إله كل الرأفات ورب كل عزاء، الذي عزانا كل حين بعزاء روحك القدوس، نشكرك لأنك أقمتنا للصلاة في هذه الساعة المقدسة، التي فيها أفضت نعمة روحك القدوس بغنى على تلاميذك القديسين ورسلك المكرمين الطوباويين مثل ألسنة نار. نسأل ونطلب منك يا محب البشر، اقبل إليك صلواتنا، واغفر خطايانا، وأرسل علينا نعمة روحك القدوس،</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6434FFA1-4680-4E3F-9242-2D82C74445D0}"/>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وطهرنا من كل دنس الجسد والروح، وانقلنا إلى سيرة روحانية، لكي نسلك بالروح ولا نكمل شهوة الجسد. واجعلنا مستحقين أن نخدمك بطهارة وبر كل أيام حياتنا. لأنه يليق بك المجد والكرامة والعزة، مع أبيك الصالح والروح القدس، الآن وكل أوان وإلى الأبد أمين.</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BB7170E6-A6A5-4A05-ACA6-864BF8EE88EE}"/>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طلبة اخر كل ساعة</a:t>
            </a:r>
          </a:p>
        </p:txBody>
      </p:sp>
      <p:sp>
        <p:nvSpPr>
          <p:cNvPr id="51203" name="Content Placeholder 2">
            <a:extLst>
              <a:ext uri="{FF2B5EF4-FFF2-40B4-BE49-F238E27FC236}">
                <a16:creationId xmlns:a16="http://schemas.microsoft.com/office/drawing/2014/main" id="{9CF12E05-7CAB-4998-B409-B56E024E4AE5}"/>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ارحمنا يا الله ثم ارحمنا. يا من في كل وقت وكل ساعة، في السماء وعلى الأرض، مسجود له وممجد. المسيح إلهنا الصالح، الطويل الروح، الكثير الرحمة، الجزيل التحنن، الذي يحب الصديقين ويرحم الخطاة الذين أولهم أنا. الذي لا يشاء موت الخاطئ مثل ما يرجع ويحيا. الداعي الكل إلى الخلاص لأجل الموعد بالخيرات المنتظرة. يا رب اقبل منا في هذه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D251DC5C-941E-489E-A0C8-8471A907ECEA}"/>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الساعة وكل ساعة طلباتنا. سهل حياتنا، وأرشدنا إلى العمل بوصاياك. قدس أرواحنا. طهر أجسامنا. قوم أفكارنا. نق نياتنا. اشف أمراضنا واغفر خطايانا. ونجنا من كل حزن رديء ووجع قلب. أحطنا بملائكتك القديسين، لكي نكون بمعسكرهم محفوظين ومرشدين، لنصل إلى اتحاد الإيمان وإلى معرفة مجدك غير المحسوس وغير المحدود، فإنك مبارك إلى الأبد. أمين.</a:t>
            </a: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4B5825A-0B08-424A-9BA6-70B1655782FC}"/>
              </a:ext>
            </a:extLst>
          </p:cNvPr>
          <p:cNvSpPr txBox="1">
            <a:spLocks/>
          </p:cNvSpPr>
          <p:nvPr/>
        </p:nvSpPr>
        <p:spPr bwMode="auto">
          <a:xfrm>
            <a:off x="0" y="9858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
        <p:nvSpPr>
          <p:cNvPr id="53251" name="Title 1">
            <a:extLst>
              <a:ext uri="{FF2B5EF4-FFF2-40B4-BE49-F238E27FC236}">
                <a16:creationId xmlns:a16="http://schemas.microsoft.com/office/drawing/2014/main" id="{6B2615C8-014F-4179-A0C5-DA94A0C3C35C}"/>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en-US" sz="4800"/>
              <a:t>اللهم اجعلنا مستحقين أن نقول بشكر:</a:t>
            </a:r>
            <a:endParaRPr lang="en-US" altLang="en-US" sz="4800"/>
          </a:p>
        </p:txBody>
      </p:sp>
    </p:spTree>
  </p:cSld>
  <p:clrMapOvr>
    <a:masterClrMapping/>
  </p:clrMapOvr>
  <p:transition spd="slow"/>
</p:sld>
</file>

<file path=ppt/theme/theme1.xml><?xml version="1.0" encoding="utf-8"?>
<a:theme xmlns:a="http://schemas.openxmlformats.org/drawingml/2006/main" name="si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3065</TotalTime>
  <Words>3202</Words>
  <Application>Microsoft Office PowerPoint</Application>
  <PresentationFormat>On-screen Show (4:3)</PresentationFormat>
  <Paragraphs>127</Paragraphs>
  <Slides>51</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51</vt:i4>
      </vt:variant>
      <vt:variant>
        <vt:lpstr>Custom Shows</vt:lpstr>
      </vt:variant>
      <vt:variant>
        <vt:i4>1</vt:i4>
      </vt:variant>
    </vt:vector>
  </HeadingPairs>
  <TitlesOfParts>
    <vt:vector size="57" baseType="lpstr">
      <vt:lpstr>Calibri</vt:lpstr>
      <vt:lpstr>Arial</vt:lpstr>
      <vt:lpstr>Times New Roman</vt:lpstr>
      <vt:lpstr>Abraam</vt:lpstr>
      <vt:lpstr>simple</vt:lpstr>
      <vt:lpstr>باسم الآب والابن والروح القدس الإله الواحد آمين. </vt:lpstr>
      <vt:lpstr>صلاة الشكر</vt:lpstr>
      <vt:lpstr>PowerPoint Presentation</vt:lpstr>
      <vt:lpstr>PowerPoint Presentation</vt:lpstr>
      <vt:lpstr>المزمور الخمسين</vt:lpstr>
      <vt:lpstr>PowerPoint Presentation</vt:lpstr>
      <vt:lpstr>PowerPoint Presentation</vt:lpstr>
      <vt:lpstr>الساعة الثالثة</vt:lpstr>
      <vt:lpstr>(1) المزمور التاسع عشر</vt:lpstr>
      <vt:lpstr>PowerPoint Presentation</vt:lpstr>
      <vt:lpstr>(2) المزمور الثاني والعشرون</vt:lpstr>
      <vt:lpstr>PowerPoint Presentation</vt:lpstr>
      <vt:lpstr>(3) المزمور الثالث والعشرون</vt:lpstr>
      <vt:lpstr>PowerPoint Presentation</vt:lpstr>
      <vt:lpstr>(4) المزمور الخامس والعشرون</vt:lpstr>
      <vt:lpstr>PowerPoint Presentation</vt:lpstr>
      <vt:lpstr>(5) المزمور الثامن والعشرون</vt:lpstr>
      <vt:lpstr>PowerPoint Presentation</vt:lpstr>
      <vt:lpstr>(6) المزمور التاسع والعشرون</vt:lpstr>
      <vt:lpstr>PowerPoint Presentation</vt:lpstr>
      <vt:lpstr>(7) المزمور الثالث والثلاثون</vt:lpstr>
      <vt:lpstr>PowerPoint Presentation</vt:lpstr>
      <vt:lpstr>PowerPoint Presentation</vt:lpstr>
      <vt:lpstr>PowerPoint Presentation</vt:lpstr>
      <vt:lpstr>(8) المزمور الأربعون</vt:lpstr>
      <vt:lpstr>PowerPoint Presentation</vt:lpstr>
      <vt:lpstr>PowerPoint Presentation</vt:lpstr>
      <vt:lpstr>(9) المزمور الثاني والأربعون</vt:lpstr>
      <vt:lpstr>PowerPoint Presentation</vt:lpstr>
      <vt:lpstr>(10) المزمور الرابع والأربعون</vt:lpstr>
      <vt:lpstr>PowerPoint Presentation</vt:lpstr>
      <vt:lpstr>PowerPoint Presentation</vt:lpstr>
      <vt:lpstr>PowerPoint Presentation</vt:lpstr>
      <vt:lpstr>(11) المزمور الخامس والأربعون</vt:lpstr>
      <vt:lpstr>PowerPoint Presentation</vt:lpstr>
      <vt:lpstr>(12) المزمور السادس والأربعون</vt:lpstr>
      <vt:lpstr>PowerPoint Presentation</vt:lpstr>
      <vt:lpstr>إنجيل الساعة الثالثة (يوحنا14: 26ـ15: 3)</vt:lpstr>
      <vt:lpstr>PowerPoint Presentation</vt:lpstr>
      <vt:lpstr>قطع الساعة الثالثة</vt:lpstr>
      <vt:lpstr>PowerPoint Presentation</vt:lpstr>
      <vt:lpstr>PowerPoint Presentation</vt:lpstr>
      <vt:lpstr>PowerPoint Presentation</vt:lpstr>
      <vt:lpstr>PowerPoint Presentation</vt:lpstr>
      <vt:lpstr>قدوس قدوس قدوس</vt:lpstr>
      <vt:lpstr>PowerPoint Presentation</vt:lpstr>
      <vt:lpstr>تحليل الساعة الثالثة</vt:lpstr>
      <vt:lpstr>PowerPoint Presentation</vt:lpstr>
      <vt:lpstr>طلبة اخر كل ساعة</vt:lpstr>
      <vt:lpstr>PowerPoint Presentation</vt:lpstr>
      <vt:lpstr>اللهم اجعلنا مستحقين أن نقول بشكر:</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مزمور</dc:title>
  <dc:creator>Amir</dc:creator>
  <cp:lastModifiedBy>Amir Eskander</cp:lastModifiedBy>
  <cp:revision>163</cp:revision>
  <dcterms:created xsi:type="dcterms:W3CDTF">2012-11-09T14:14:43Z</dcterms:created>
  <dcterms:modified xsi:type="dcterms:W3CDTF">2019-08-12T14:30:09Z</dcterms:modified>
</cp:coreProperties>
</file>