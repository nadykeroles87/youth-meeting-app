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1"/>
  </p:notesMasterIdLst>
  <p:sldIdLst>
    <p:sldId id="719" r:id="rId2"/>
    <p:sldId id="720" r:id="rId3"/>
    <p:sldId id="722" r:id="rId4"/>
    <p:sldId id="723" r:id="rId5"/>
    <p:sldId id="721" r:id="rId6"/>
    <p:sldId id="724" r:id="rId7"/>
    <p:sldId id="725" r:id="rId8"/>
    <p:sldId id="727" r:id="rId9"/>
    <p:sldId id="728" r:id="rId10"/>
    <p:sldId id="729" r:id="rId11"/>
    <p:sldId id="726" r:id="rId12"/>
    <p:sldId id="504" r:id="rId13"/>
    <p:sldId id="505" r:id="rId14"/>
    <p:sldId id="506" r:id="rId15"/>
    <p:sldId id="507" r:id="rId16"/>
    <p:sldId id="508" r:id="rId17"/>
    <p:sldId id="509" r:id="rId18"/>
    <p:sldId id="510" r:id="rId19"/>
    <p:sldId id="511" r:id="rId20"/>
    <p:sldId id="512" r:id="rId21"/>
    <p:sldId id="513" r:id="rId22"/>
    <p:sldId id="730" r:id="rId23"/>
    <p:sldId id="514" r:id="rId24"/>
    <p:sldId id="515" r:id="rId25"/>
    <p:sldId id="516" r:id="rId26"/>
    <p:sldId id="519" r:id="rId27"/>
    <p:sldId id="520" r:id="rId28"/>
    <p:sldId id="522" r:id="rId29"/>
    <p:sldId id="523" r:id="rId30"/>
    <p:sldId id="524" r:id="rId31"/>
    <p:sldId id="525" r:id="rId32"/>
    <p:sldId id="529" r:id="rId33"/>
    <p:sldId id="731" r:id="rId34"/>
    <p:sldId id="531" r:id="rId35"/>
    <p:sldId id="732" r:id="rId36"/>
    <p:sldId id="532" r:id="rId37"/>
    <p:sldId id="734" r:id="rId38"/>
    <p:sldId id="750" r:id="rId39"/>
    <p:sldId id="751" r:id="rId40"/>
    <p:sldId id="735" r:id="rId41"/>
    <p:sldId id="736" r:id="rId42"/>
    <p:sldId id="752" r:id="rId43"/>
    <p:sldId id="753" r:id="rId44"/>
    <p:sldId id="738" r:id="rId45"/>
    <p:sldId id="739" r:id="rId46"/>
    <p:sldId id="740" r:id="rId47"/>
    <p:sldId id="741" r:id="rId48"/>
    <p:sldId id="742" r:id="rId49"/>
    <p:sldId id="744" r:id="rId50"/>
    <p:sldId id="745" r:id="rId51"/>
    <p:sldId id="746" r:id="rId52"/>
    <p:sldId id="754" r:id="rId53"/>
    <p:sldId id="747" r:id="rId54"/>
    <p:sldId id="561" r:id="rId55"/>
    <p:sldId id="755" r:id="rId56"/>
    <p:sldId id="562" r:id="rId57"/>
    <p:sldId id="563" r:id="rId58"/>
    <p:sldId id="564" r:id="rId59"/>
    <p:sldId id="565" r:id="rId60"/>
    <p:sldId id="768" r:id="rId61"/>
    <p:sldId id="769" r:id="rId62"/>
    <p:sldId id="756" r:id="rId63"/>
    <p:sldId id="757" r:id="rId64"/>
    <p:sldId id="758" r:id="rId65"/>
    <p:sldId id="759" r:id="rId66"/>
    <p:sldId id="760" r:id="rId67"/>
    <p:sldId id="764" r:id="rId68"/>
    <p:sldId id="765" r:id="rId69"/>
    <p:sldId id="766" r:id="rId70"/>
    <p:sldId id="767" r:id="rId71"/>
    <p:sldId id="623" r:id="rId72"/>
    <p:sldId id="536" r:id="rId73"/>
    <p:sldId id="693" r:id="rId74"/>
    <p:sldId id="694" r:id="rId75"/>
    <p:sldId id="771" r:id="rId76"/>
    <p:sldId id="772" r:id="rId77"/>
    <p:sldId id="715" r:id="rId78"/>
    <p:sldId id="716" r:id="rId79"/>
    <p:sldId id="773" r:id="rId80"/>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43" autoAdjust="0"/>
    <p:restoredTop sz="95852" autoAdjust="0"/>
  </p:normalViewPr>
  <p:slideViewPr>
    <p:cSldViewPr>
      <p:cViewPr>
        <p:scale>
          <a:sx n="75" d="100"/>
          <a:sy n="75" d="100"/>
        </p:scale>
        <p:origin x="1507" y="125"/>
      </p:cViewPr>
      <p:guideLst>
        <p:guide orient="horz" pos="2160"/>
        <p:guide pos="2880"/>
      </p:guideLst>
    </p:cSldViewPr>
  </p:slideViewPr>
  <p:outlineViewPr>
    <p:cViewPr>
      <p:scale>
        <a:sx n="33" d="100"/>
        <a:sy n="33" d="100"/>
      </p:scale>
      <p:origin x="0" y="-20731"/>
    </p:cViewPr>
  </p:outlineViewPr>
  <p:notesTextViewPr>
    <p:cViewPr>
      <p:scale>
        <a:sx n="1" d="1"/>
        <a:sy n="1" d="1"/>
      </p:scale>
      <p:origin x="0" y="0"/>
    </p:cViewPr>
  </p:notesTextViewPr>
  <p:sorterViewPr>
    <p:cViewPr varScale="1">
      <p:scale>
        <a:sx n="100" d="100"/>
        <a:sy n="100" d="100"/>
      </p:scale>
      <p:origin x="0" y="-4074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68A92A1-39B9-4FCD-AAD0-99069CA3091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37E485DF-22C4-4E30-B507-DE1816B271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CA764844-990F-4AEA-B613-DCFF18AAD8CB}" type="datetimeFigureOut">
              <a:rPr lang="en-US"/>
              <a:pPr>
                <a:defRPr/>
              </a:pPr>
              <a:t>12-Aug-19</a:t>
            </a:fld>
            <a:endParaRPr lang="en-US"/>
          </a:p>
        </p:txBody>
      </p:sp>
      <p:sp>
        <p:nvSpPr>
          <p:cNvPr id="4" name="Slide Image Placeholder 3">
            <a:extLst>
              <a:ext uri="{FF2B5EF4-FFF2-40B4-BE49-F238E27FC236}">
                <a16:creationId xmlns:a16="http://schemas.microsoft.com/office/drawing/2014/main" id="{E6B1A176-C763-4426-B237-CFC4E7228E0B}"/>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3FEB1F52-07F6-4BF8-A789-9025292FE20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B7601ADE-FC11-4038-9A20-9CC09007904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155DA11F-471C-4A6F-B2CC-A1507549130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F1D2EA8-048A-41E0-92FE-6D47380A1C8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3970831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519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9552" y="270892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20410020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rtl="1" eaLnBrk="0" fontAlgn="base" hangingPunct="0">
        <a:spcBef>
          <a:spcPct val="0"/>
        </a:spcBef>
        <a:spcAft>
          <a:spcPct val="0"/>
        </a:spcAft>
        <a:defRPr sz="3600">
          <a:solidFill>
            <a:schemeClr val="bg1"/>
          </a:solidFill>
          <a:latin typeface="+mj-lt"/>
          <a:ea typeface="+mj-ea"/>
          <a:cs typeface="+mj-cs"/>
        </a:defRPr>
      </a:lvl1pPr>
      <a:lvl2pPr algn="ctr" rtl="1" eaLnBrk="0" fontAlgn="base" hangingPunct="0">
        <a:spcBef>
          <a:spcPct val="0"/>
        </a:spcBef>
        <a:spcAft>
          <a:spcPct val="0"/>
        </a:spcAft>
        <a:defRPr sz="3600">
          <a:solidFill>
            <a:schemeClr val="bg1"/>
          </a:solidFill>
          <a:latin typeface="Calibri" pitchFamily="34" charset="0"/>
          <a:cs typeface="Times New Roman" pitchFamily="18" charset="0"/>
        </a:defRPr>
      </a:lvl2pPr>
      <a:lvl3pPr algn="ctr" rtl="1" eaLnBrk="0" fontAlgn="base" hangingPunct="0">
        <a:spcBef>
          <a:spcPct val="0"/>
        </a:spcBef>
        <a:spcAft>
          <a:spcPct val="0"/>
        </a:spcAft>
        <a:defRPr sz="3600">
          <a:solidFill>
            <a:schemeClr val="bg1"/>
          </a:solidFill>
          <a:latin typeface="Calibri" pitchFamily="34" charset="0"/>
          <a:cs typeface="Times New Roman" pitchFamily="18" charset="0"/>
        </a:defRPr>
      </a:lvl3pPr>
      <a:lvl4pPr algn="ctr" rtl="1" eaLnBrk="0" fontAlgn="base" hangingPunct="0">
        <a:spcBef>
          <a:spcPct val="0"/>
        </a:spcBef>
        <a:spcAft>
          <a:spcPct val="0"/>
        </a:spcAft>
        <a:defRPr sz="3600">
          <a:solidFill>
            <a:schemeClr val="bg1"/>
          </a:solidFill>
          <a:latin typeface="Calibri" pitchFamily="34" charset="0"/>
          <a:cs typeface="Times New Roman" pitchFamily="18" charset="0"/>
        </a:defRPr>
      </a:lvl4pPr>
      <a:lvl5pPr algn="ctr" rtl="1" eaLnBrk="0" fontAlgn="base" hangingPunct="0">
        <a:spcBef>
          <a:spcPct val="0"/>
        </a:spcBef>
        <a:spcAft>
          <a:spcPct val="0"/>
        </a:spcAft>
        <a:defRPr sz="3600">
          <a:solidFill>
            <a:schemeClr val="bg1"/>
          </a:solidFill>
          <a:latin typeface="Calibri" pitchFamily="34" charset="0"/>
          <a:cs typeface="Times New Roman" pitchFamily="18" charset="0"/>
        </a:defRPr>
      </a:lvl5pPr>
      <a:lvl6pPr marL="457200" algn="ctr" rtl="1" eaLnBrk="1" fontAlgn="base" hangingPunct="1">
        <a:spcBef>
          <a:spcPct val="0"/>
        </a:spcBef>
        <a:spcAft>
          <a:spcPct val="0"/>
        </a:spcAft>
        <a:defRPr sz="3600">
          <a:solidFill>
            <a:schemeClr val="bg1"/>
          </a:solidFill>
          <a:latin typeface="Arial" charset="0"/>
          <a:cs typeface="PT Bold Heading" pitchFamily="2" charset="-78"/>
        </a:defRPr>
      </a:lvl6pPr>
      <a:lvl7pPr marL="914400" algn="ctr" rtl="1" eaLnBrk="1" fontAlgn="base" hangingPunct="1">
        <a:spcBef>
          <a:spcPct val="0"/>
        </a:spcBef>
        <a:spcAft>
          <a:spcPct val="0"/>
        </a:spcAft>
        <a:defRPr sz="3600">
          <a:solidFill>
            <a:schemeClr val="bg1"/>
          </a:solidFill>
          <a:latin typeface="Arial" charset="0"/>
          <a:cs typeface="PT Bold Heading" pitchFamily="2" charset="-78"/>
        </a:defRPr>
      </a:lvl7pPr>
      <a:lvl8pPr marL="1371600" algn="ctr" rtl="1" eaLnBrk="1" fontAlgn="base" hangingPunct="1">
        <a:spcBef>
          <a:spcPct val="0"/>
        </a:spcBef>
        <a:spcAft>
          <a:spcPct val="0"/>
        </a:spcAft>
        <a:defRPr sz="3600">
          <a:solidFill>
            <a:schemeClr val="bg1"/>
          </a:solidFill>
          <a:latin typeface="Arial" charset="0"/>
          <a:cs typeface="PT Bold Heading" pitchFamily="2" charset="-78"/>
        </a:defRPr>
      </a:lvl8pPr>
      <a:lvl9pPr marL="1828800" algn="ctr" rtl="1" eaLnBrk="1" fontAlgn="base" hangingPunct="1">
        <a:spcBef>
          <a:spcPct val="0"/>
        </a:spcBef>
        <a:spcAft>
          <a:spcPct val="0"/>
        </a:spcAft>
        <a:defRPr sz="3600">
          <a:solidFill>
            <a:schemeClr val="bg1"/>
          </a:solidFill>
          <a:latin typeface="Arial" charset="0"/>
          <a:cs typeface="PT Bold Heading" pitchFamily="2" charset="-78"/>
        </a:defRPr>
      </a:lvl9pPr>
    </p:titleStyle>
    <p:body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slide" Target="slide25.xml"/><Relationship Id="rId13" Type="http://schemas.openxmlformats.org/officeDocument/2006/relationships/slide" Target="slide54.xml"/><Relationship Id="rId18" Type="http://schemas.openxmlformats.org/officeDocument/2006/relationships/slide" Target="slide46.xml"/><Relationship Id="rId3" Type="http://schemas.openxmlformats.org/officeDocument/2006/relationships/slide" Target="slide12.xml"/><Relationship Id="rId21" Type="http://schemas.openxmlformats.org/officeDocument/2006/relationships/slide" Target="slide37.xml"/><Relationship Id="rId7" Type="http://schemas.openxmlformats.org/officeDocument/2006/relationships/slide" Target="slide20.xml"/><Relationship Id="rId12" Type="http://schemas.openxmlformats.org/officeDocument/2006/relationships/slide" Target="slide32.xml"/><Relationship Id="rId17" Type="http://schemas.openxmlformats.org/officeDocument/2006/relationships/slide" Target="slide48.xml"/><Relationship Id="rId2" Type="http://schemas.openxmlformats.org/officeDocument/2006/relationships/slide" Target="slide34.xml"/><Relationship Id="rId16" Type="http://schemas.openxmlformats.org/officeDocument/2006/relationships/slide" Target="slide49.xml"/><Relationship Id="rId20" Type="http://schemas.openxmlformats.org/officeDocument/2006/relationships/slide" Target="slide41.xml"/><Relationship Id="rId1" Type="http://schemas.openxmlformats.org/officeDocument/2006/relationships/slideLayout" Target="../slideLayouts/slideLayout1.xml"/><Relationship Id="rId6" Type="http://schemas.openxmlformats.org/officeDocument/2006/relationships/slide" Target="slide18.xml"/><Relationship Id="rId11" Type="http://schemas.openxmlformats.org/officeDocument/2006/relationships/slide" Target="slide31.xml"/><Relationship Id="rId5" Type="http://schemas.openxmlformats.org/officeDocument/2006/relationships/slide" Target="slide16.xml"/><Relationship Id="rId15" Type="http://schemas.openxmlformats.org/officeDocument/2006/relationships/slide" Target="slide51.xml"/><Relationship Id="rId10" Type="http://schemas.openxmlformats.org/officeDocument/2006/relationships/slide" Target="slide29.xml"/><Relationship Id="rId19" Type="http://schemas.openxmlformats.org/officeDocument/2006/relationships/slide" Target="slide44.xml"/><Relationship Id="rId4" Type="http://schemas.openxmlformats.org/officeDocument/2006/relationships/slide" Target="slide14.xml"/><Relationship Id="rId9" Type="http://schemas.openxmlformats.org/officeDocument/2006/relationships/slide" Target="slide27.xml"/><Relationship Id="rId14" Type="http://schemas.openxmlformats.org/officeDocument/2006/relationships/slide" Target="slide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B1470508-6DAE-4BC5-BF9C-134DB5452EA4}"/>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ar-EG" sz="4800"/>
              <a:t>باسم الآب والابن والروح القدس</a:t>
            </a:r>
            <a:r>
              <a:rPr lang="ar-EG" altLang="ar-EG" sz="4800"/>
              <a:t> </a:t>
            </a:r>
            <a:r>
              <a:rPr lang="ar-SA" altLang="ar-EG" sz="4800"/>
              <a:t>الإله</a:t>
            </a:r>
            <a:r>
              <a:rPr lang="ar-EG" altLang="ar-EG" sz="4800"/>
              <a:t> </a:t>
            </a:r>
            <a:r>
              <a:rPr lang="ar-SA" altLang="ar-EG" sz="4800"/>
              <a:t>الواحد آمين.</a:t>
            </a:r>
            <a:br>
              <a:rPr lang="ar-EG" altLang="ar-EG" sz="4800"/>
            </a:br>
            <a:endParaRPr lang="ar-EG" altLang="ar-EG" sz="4800"/>
          </a:p>
        </p:txBody>
      </p:sp>
      <p:sp>
        <p:nvSpPr>
          <p:cNvPr id="8" name="Content Placeholder 2">
            <a:extLst>
              <a:ext uri="{FF2B5EF4-FFF2-40B4-BE49-F238E27FC236}">
                <a16:creationId xmlns:a16="http://schemas.microsoft.com/office/drawing/2014/main" id="{91B141C7-BFED-4021-81A0-502F9A24EEAA}"/>
              </a:ext>
            </a:extLst>
          </p:cNvPr>
          <p:cNvSpPr txBox="1">
            <a:spLocks/>
          </p:cNvSpPr>
          <p:nvPr/>
        </p:nvSpPr>
        <p:spPr bwMode="auto">
          <a:xfrm>
            <a:off x="0" y="15954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68B870F0-0688-41AB-B5C5-080E77F12202}"/>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صلاة الشكر</a:t>
            </a:r>
          </a:p>
        </p:txBody>
      </p:sp>
      <p:sp>
        <p:nvSpPr>
          <p:cNvPr id="4" name="Content Placeholder 2">
            <a:extLst>
              <a:ext uri="{FF2B5EF4-FFF2-40B4-BE49-F238E27FC236}">
                <a16:creationId xmlns:a16="http://schemas.microsoft.com/office/drawing/2014/main" id="{6AA92B03-7655-472B-B339-8807F1457A65}"/>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فلنشكر صانع الخيرات الرحوم الله، أبا ربنا وإلهنا ومخلصنا يسوع المسيح، لأنه سترنا وأعاننا، وحفظنا، وقبلنا إليه وأشفق علينا وعضدنا، وأتى بنا إلى هذه الساعة. هو أيضا فلنسأله أن يحفظنا في هذا اليوم المقدس وكل أيام حياتنا بكل سلام. الضابط الكل الرب إلهنا. أيها السيد الإله ضابط الكل أبو ربنا وإلهنا ومخلصنا يسوع المسيح، نشكرك على كل حال</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C7F7BA8F-21BE-45E3-90BC-8B8BFA209296}"/>
              </a:ext>
            </a:extLst>
          </p:cNvPr>
          <p:cNvSpPr>
            <a:spLocks noGrp="1"/>
          </p:cNvSpPr>
          <p:nvPr>
            <p:ph idx="4294967295"/>
          </p:nvPr>
        </p:nvSpPr>
        <p:spPr bwMode="auto">
          <a:xfrm>
            <a:off x="7938"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ومن أجل كل حال، وفى كل حال، لأنك سترتنا، وأعنتنا، وحفظتنا، وقبلتنا إليك، وأشفقت علينا، وعضدتنا، وأتيت بنا إلى هذه الساعة.</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ونطلب من صلاحك يا محب البشر، امنحنا أن نكمل هذا اليوم المقدس وكل أيام حياتنا بكل سلام مع خوفك. كل حسد، وكل تجربة وكل فعل الشيطان ومؤامرة الناس الأشرار، وقيام الأعداء الخفيين والظاهريين، انزعها عنا وعن سائر شعبك، وعن موضعك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9137AB01-BFFA-405B-9F46-C0E0C216576A}"/>
              </a:ext>
            </a:extLst>
          </p:cNvPr>
          <p:cNvSpPr>
            <a:spLocks noGrp="1"/>
          </p:cNvSpPr>
          <p:nvPr>
            <p:ph idx="4294967295"/>
          </p:nvPr>
        </p:nvSpPr>
        <p:spPr bwMode="auto">
          <a:xfrm>
            <a:off x="0" y="0"/>
            <a:ext cx="9144000" cy="6602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700" b="1">
                <a:cs typeface="Times New Roman" panose="02020603050405020304" pitchFamily="18" charset="0"/>
              </a:rPr>
              <a:t>المقدس هذا. أما الصالحات والنافعات فارزقنا إياها. لأنك أنت الذي أعطيتنا السلطان أن ندوس الحيات والعقارب وكل قوة العدو. ولا تدخلنا في تجربة، لكن نجنا من الشرير. بالنعمة والرأفات ومحبة البشر اللواتي لابنك الوحيد ربنا وإلهنا ومخلصنا يسوع المسيح. هذا الذي من قبله المجد والإكرام والعزة والسجود تليق بك معه مع الروح القدس المحيي المساوي لك الآن وكل أوان وإلى دهر الدهور آمين.</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B135A89B-30D7-4961-ACC1-F815E16C8F05}"/>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المزمور الخمسين</a:t>
            </a:r>
          </a:p>
        </p:txBody>
      </p:sp>
      <p:sp>
        <p:nvSpPr>
          <p:cNvPr id="4" name="Content Placeholder 2">
            <a:extLst>
              <a:ext uri="{FF2B5EF4-FFF2-40B4-BE49-F238E27FC236}">
                <a16:creationId xmlns:a16="http://schemas.microsoft.com/office/drawing/2014/main" id="{86EB1861-D2B2-475D-AB3C-F58C515CD2DB}"/>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ا</a:t>
            </a:r>
            <a:r>
              <a:rPr lang="ar-SA" altLang="ar-EG" sz="4800" b="1" kern="0" dirty="0">
                <a:cs typeface="Times New Roman" panose="02020603050405020304" pitchFamily="18" charset="0"/>
              </a:rPr>
              <a:t>رحمني يا الله كعظيم رحمتك، ومثل كثرة رأفتك تمحو إثمي. اغسلني كثيرا من إثمي ومن خطيتي طهرني، لأني أنا عارف بإثمي وخطيتي أمامي في كل حين. لك وحدك أخطأت، والشر قدامك صنعت. لكي تتبرر في أقوالك. وتغلب إذا حوكمتُ. لأني هاأنذا بالإثم حبل بي، وبالخطايا ولدتني أمي. لأنك هكذا قد أحببت الحق، إذ أوضحت لي غوامض حكمتك</a:t>
            </a:r>
            <a:r>
              <a:rPr lang="ar-SA" altLang="ar-EG" sz="4800" b="1" dirty="0">
                <a:cs typeface="Times New Roman" panose="02020603050405020304" pitchFamily="18" charset="0"/>
              </a:rPr>
              <a:t> ومستوراتها.</a:t>
            </a:r>
            <a:br>
              <a:rPr lang="ar-EG" altLang="ar-EG" sz="4800" b="1"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F72D164B-B24E-4972-B81E-7BCE21CF4990}"/>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تنضح على بزوفاك فأطهر، تغسلني فأبيض أكثر من الثلج. تسمعني سرورا وفرحا، فتبتهج عظامي المنسحقة. اصرف وجهك عن خطاياي، وامح كل آثامي. قلبا نقيا اخلق في يا الله، وروحا مستقيما جدده في أحشائي. لا تطرحني من قدام وجهك وروحك القدوس لا تنزعه منى. امنحني بهجة خلاصك، وبروح رئاسي عضدني فأعلم الأثمة طرقك والمنافقون إليك يرجعون، نجني من الدماء</a:t>
            </a:r>
            <a:r>
              <a:rPr lang="ar-EG" altLang="ar-EG" sz="4800" b="1">
                <a:cs typeface="Times New Roman" panose="02020603050405020304" pitchFamily="18" charset="0"/>
              </a:rPr>
              <a:t> يا </a:t>
            </a:r>
            <a:r>
              <a:rPr lang="ar-SA" altLang="ar-EG" sz="4800" b="1">
                <a:cs typeface="Times New Roman" panose="02020603050405020304" pitchFamily="18" charset="0"/>
              </a:rPr>
              <a:t>الله إله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FD18D5B4-C2A1-4413-B616-6A22BC0D2E17}"/>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cs typeface="Times New Roman" panose="02020603050405020304" pitchFamily="18" charset="0"/>
              </a:rPr>
              <a:t>خلاصي، </a:t>
            </a:r>
            <a:r>
              <a:rPr lang="ar-SA" altLang="ar-EG" sz="4800" b="1">
                <a:cs typeface="Times New Roman" panose="02020603050405020304" pitchFamily="18" charset="0"/>
              </a:rPr>
              <a:t>فيبتهج لساني بعدلك. يا رب افتح شفتي، فيخبر فمي بتسبيحك. لأنك لو آثرت الذبيحة لكنت الآن أعطي، ولكنك لا تسر بالمحرقات، فالذبيحة لله روح منسحق. القلب المنكسر والمتواضع لا يرذله الله، أنعم يا رب بمسرتك على صهيون، ولتبن أسوار أورشليم. حينئذ تسر بذبائح البر قربانا ومحرقات ويقربون على مذابحك العجول. هلليلويا.</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A4067AF9-A694-42BD-802B-AC761C23934D}"/>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هلم نسجد</a:t>
            </a:r>
          </a:p>
        </p:txBody>
      </p:sp>
      <p:sp>
        <p:nvSpPr>
          <p:cNvPr id="4" name="Content Placeholder 2">
            <a:extLst>
              <a:ext uri="{FF2B5EF4-FFF2-40B4-BE49-F238E27FC236}">
                <a16:creationId xmlns:a16="http://schemas.microsoft.com/office/drawing/2014/main" id="{79EB2C83-4D3D-4EB6-9B08-BD7B375058D2}"/>
              </a:ext>
            </a:extLst>
          </p:cNvPr>
          <p:cNvSpPr txBox="1">
            <a:spLocks/>
          </p:cNvSpPr>
          <p:nvPr/>
        </p:nvSpPr>
        <p:spPr bwMode="auto">
          <a:xfrm>
            <a:off x="0" y="855663"/>
            <a:ext cx="9144000" cy="60023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هلم نسجد هلم نسأل المسيح إلهنا. هلم نسجد، هلم نطلب من المسيح ملكنا. هلم نسجد، هلم نتضرع إلى المسيح مخلصنا. يا ربنا يسوع المسيح كلمة الله إلهنا، بشفاعة القديسة مريم وجميع </a:t>
            </a:r>
            <a:r>
              <a:rPr lang="ar-EG" altLang="ar-EG" sz="4800" b="1" kern="0" dirty="0" err="1">
                <a:cs typeface="Times New Roman" panose="02020603050405020304" pitchFamily="18" charset="0"/>
              </a:rPr>
              <a:t>قديسيك</a:t>
            </a:r>
            <a:r>
              <a:rPr lang="ar-EG" altLang="ar-EG" sz="4800" b="1" kern="0" dirty="0">
                <a:cs typeface="Times New Roman" panose="02020603050405020304" pitchFamily="18" charset="0"/>
              </a:rPr>
              <a:t>، احفظنا ولنبدأ بدءا حسنا. ارحمنا كإرادتك إلى الأبد. الليل عبر، نشكرك يا رب ونسأل أن تحفظنا في هذا اليوم بغير خطية وأنقذنا.</a:t>
            </a:r>
            <a:endParaRPr lang="ar-SA" altLang="ar-EG" sz="4800" b="1" kern="0" dirty="0">
              <a:cs typeface="Times New Roman" panose="02020603050405020304" pitchFamily="18" charset="0"/>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89D6826-6F09-4905-A6DA-132D9C927E6A}"/>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en-US" sz="4800"/>
              <a:t>البولس من رسالة أفسس (4: 1-5)</a:t>
            </a:r>
            <a:endParaRPr lang="ar-SA" altLang="en-US" sz="4800" b="0"/>
          </a:p>
        </p:txBody>
      </p:sp>
      <p:sp>
        <p:nvSpPr>
          <p:cNvPr id="4" name="Content Placeholder 2">
            <a:extLst>
              <a:ext uri="{FF2B5EF4-FFF2-40B4-BE49-F238E27FC236}">
                <a16:creationId xmlns:a16="http://schemas.microsoft.com/office/drawing/2014/main" id="{58327093-B8A1-4A01-984B-C31EAB78479C}"/>
              </a:ext>
            </a:extLst>
          </p:cNvPr>
          <p:cNvSpPr txBox="1">
            <a:spLocks/>
          </p:cNvSpPr>
          <p:nvPr/>
        </p:nvSpPr>
        <p:spPr bwMode="auto">
          <a:xfrm>
            <a:off x="0" y="855663"/>
            <a:ext cx="9144000" cy="60023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أسألكم أنا الأسير في الرب أن تسلكوا كما يحق للدعوة التي دعيتم إليها، بكل تواضع القلب والوداعة وطول الأناة، محتملين بعضكم بعضا بالمحبة، مسرعين إلى حفظ وحدانية الروح برباط الصلح الكامل لكي تكونوا جسدًا واحدًا وروحًا واحدا، كما دعيتم في رجاء دعوتكم الواحد. ربٍّ واحد. وإيمان واحد. ومعمودية واحدة.</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49DECB95-9973-437B-87AB-D4174818953F}"/>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من إيمان الكنيسة</a:t>
            </a:r>
          </a:p>
        </p:txBody>
      </p:sp>
      <p:sp>
        <p:nvSpPr>
          <p:cNvPr id="4" name="Content Placeholder 2">
            <a:extLst>
              <a:ext uri="{FF2B5EF4-FFF2-40B4-BE49-F238E27FC236}">
                <a16:creationId xmlns:a16="http://schemas.microsoft.com/office/drawing/2014/main" id="{7780F74C-6B52-4CBE-8E27-5D43021C16B3}"/>
              </a:ext>
            </a:extLst>
          </p:cNvPr>
          <p:cNvSpPr txBox="1">
            <a:spLocks/>
          </p:cNvSpPr>
          <p:nvPr/>
        </p:nvSpPr>
        <p:spPr bwMode="auto">
          <a:xfrm>
            <a:off x="0" y="855663"/>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واحد هو الله أبو كل أحد. واحد هو أيضا ابنه يسوع المسيح الكلمة، الذي تجسد ومات وقام من الأموات في اليوم الثالث وأقامنا معه، واحد هو الروح القدس المعزى الواحد </a:t>
            </a:r>
            <a:r>
              <a:rPr lang="ar-EG" altLang="ar-EG" sz="4800" b="1" kern="0" dirty="0" err="1">
                <a:cs typeface="Times New Roman" panose="02020603050405020304" pitchFamily="18" charset="0"/>
              </a:rPr>
              <a:t>بأقنومه</a:t>
            </a:r>
            <a:r>
              <a:rPr lang="ar-EG" altLang="ar-EG" sz="4800" b="1" kern="0" dirty="0">
                <a:cs typeface="Times New Roman" panose="02020603050405020304" pitchFamily="18" charset="0"/>
              </a:rPr>
              <a:t>، منبثق من الآب، يطهر كل البرية. يعلمنا أن نسجد للثالوث القدوس بلاهوت واحد وطبيعة واحدة، نسبحه ونباركه إلى الأبد. آمين.</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159">
            <a:hlinkClick r:id="rId2" action="ppaction://hlinksldjump"/>
            <a:extLst>
              <a:ext uri="{FF2B5EF4-FFF2-40B4-BE49-F238E27FC236}">
                <a16:creationId xmlns:a16="http://schemas.microsoft.com/office/drawing/2014/main" id="{DE0AEDC0-7220-42FD-8141-9A09E634813D}"/>
              </a:ext>
            </a:extLst>
          </p:cNvPr>
          <p:cNvSpPr/>
          <p:nvPr/>
        </p:nvSpPr>
        <p:spPr>
          <a:xfrm flipH="1">
            <a:off x="3214401" y="5109639"/>
            <a:ext cx="28802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77500" lnSpcReduction="20000"/>
          </a:bodyPr>
          <a:lstStyle/>
          <a:p>
            <a:pPr algn="ctr" rtl="1" eaLnBrk="1" hangingPunct="1">
              <a:lnSpc>
                <a:spcPct val="110000"/>
              </a:lnSpc>
              <a:defRPr/>
            </a:pPr>
            <a:r>
              <a:rPr lang="ar-EG" sz="3200" b="1" dirty="0">
                <a:solidFill>
                  <a:srgbClr val="FFC000"/>
                </a:solidFill>
                <a:cs typeface="Times New Roman" pitchFamily="18" charset="0"/>
              </a:rPr>
              <a:t>18 السموات تحدث بمجد الله</a:t>
            </a:r>
            <a:endParaRPr lang="en-US" sz="3200" b="1" dirty="0">
              <a:solidFill>
                <a:srgbClr val="FFC000"/>
              </a:solidFill>
            </a:endParaRPr>
          </a:p>
        </p:txBody>
      </p:sp>
      <p:sp>
        <p:nvSpPr>
          <p:cNvPr id="149" name="Rectangle 148">
            <a:hlinkClick r:id="rId3" action="ppaction://hlinksldjump"/>
            <a:extLst>
              <a:ext uri="{FF2B5EF4-FFF2-40B4-BE49-F238E27FC236}">
                <a16:creationId xmlns:a16="http://schemas.microsoft.com/office/drawing/2014/main" id="{B1A7EB58-0936-45F1-A924-4585008C0CE2}"/>
              </a:ext>
            </a:extLst>
          </p:cNvPr>
          <p:cNvSpPr/>
          <p:nvPr/>
        </p:nvSpPr>
        <p:spPr>
          <a:xfrm flipH="1">
            <a:off x="6172199" y="676808"/>
            <a:ext cx="289559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3200" b="1" dirty="0">
                <a:solidFill>
                  <a:srgbClr val="FFC000"/>
                </a:solidFill>
                <a:cs typeface="Times New Roman" pitchFamily="18" charset="0"/>
              </a:rPr>
              <a:t>1 طوبى للرجل</a:t>
            </a:r>
            <a:endParaRPr lang="en-US" sz="3200" b="1" dirty="0">
              <a:solidFill>
                <a:srgbClr val="FFC000"/>
              </a:solidFill>
            </a:endParaRPr>
          </a:p>
        </p:txBody>
      </p:sp>
      <p:sp>
        <p:nvSpPr>
          <p:cNvPr id="150" name="Rectangle 149">
            <a:hlinkClick r:id="rId4" action="ppaction://hlinksldjump"/>
            <a:extLst>
              <a:ext uri="{FF2B5EF4-FFF2-40B4-BE49-F238E27FC236}">
                <a16:creationId xmlns:a16="http://schemas.microsoft.com/office/drawing/2014/main" id="{2FFA0725-F38E-4E46-8F19-712AAB9413CA}"/>
              </a:ext>
            </a:extLst>
          </p:cNvPr>
          <p:cNvSpPr/>
          <p:nvPr/>
        </p:nvSpPr>
        <p:spPr>
          <a:xfrm flipH="1">
            <a:off x="6172193" y="1563374"/>
            <a:ext cx="2895601"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3200" b="1" dirty="0">
                <a:solidFill>
                  <a:srgbClr val="FFC000"/>
                </a:solidFill>
                <a:cs typeface="Times New Roman" pitchFamily="18" charset="0"/>
              </a:rPr>
              <a:t>2 لماذا ارتجت الامم</a:t>
            </a:r>
            <a:endParaRPr lang="en-US" sz="3200" b="1" dirty="0">
              <a:solidFill>
                <a:srgbClr val="FFC000"/>
              </a:solidFill>
            </a:endParaRPr>
          </a:p>
        </p:txBody>
      </p:sp>
      <p:sp>
        <p:nvSpPr>
          <p:cNvPr id="151" name="Rectangle 150">
            <a:hlinkClick r:id="rId5" action="ppaction://hlinksldjump"/>
            <a:extLst>
              <a:ext uri="{FF2B5EF4-FFF2-40B4-BE49-F238E27FC236}">
                <a16:creationId xmlns:a16="http://schemas.microsoft.com/office/drawing/2014/main" id="{24147EFC-7DD4-4D78-8FBD-252613C5D05F}"/>
              </a:ext>
            </a:extLst>
          </p:cNvPr>
          <p:cNvSpPr/>
          <p:nvPr/>
        </p:nvSpPr>
        <p:spPr>
          <a:xfrm flipH="1">
            <a:off x="6172197" y="2449940"/>
            <a:ext cx="2895598"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77500" lnSpcReduction="20000"/>
          </a:bodyPr>
          <a:lstStyle/>
          <a:p>
            <a:pPr algn="ctr" rtl="1" eaLnBrk="1" hangingPunct="1">
              <a:lnSpc>
                <a:spcPct val="110000"/>
              </a:lnSpc>
              <a:defRPr/>
            </a:pPr>
            <a:r>
              <a:rPr lang="ar-EG" sz="3200" b="1" dirty="0">
                <a:solidFill>
                  <a:srgbClr val="FFC000"/>
                </a:solidFill>
                <a:cs typeface="Times New Roman" pitchFamily="18" charset="0"/>
              </a:rPr>
              <a:t>3 يارب لماذا كثر الذين يحزنونني</a:t>
            </a:r>
            <a:endParaRPr lang="en-US" sz="3200" b="1" dirty="0">
              <a:solidFill>
                <a:srgbClr val="FFC000"/>
              </a:solidFill>
            </a:endParaRPr>
          </a:p>
        </p:txBody>
      </p:sp>
      <p:sp>
        <p:nvSpPr>
          <p:cNvPr id="152" name="Rectangle 151">
            <a:hlinkClick r:id="rId6" action="ppaction://hlinksldjump"/>
            <a:extLst>
              <a:ext uri="{FF2B5EF4-FFF2-40B4-BE49-F238E27FC236}">
                <a16:creationId xmlns:a16="http://schemas.microsoft.com/office/drawing/2014/main" id="{CCA39F8F-55F3-4F1C-B406-50B164D6EF43}"/>
              </a:ext>
            </a:extLst>
          </p:cNvPr>
          <p:cNvSpPr/>
          <p:nvPr/>
        </p:nvSpPr>
        <p:spPr>
          <a:xfrm flipH="1">
            <a:off x="6172196" y="3336506"/>
            <a:ext cx="2895601"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2800" b="1" dirty="0">
                <a:solidFill>
                  <a:srgbClr val="FFC000"/>
                </a:solidFill>
                <a:cs typeface="Times New Roman" pitchFamily="18" charset="0"/>
              </a:rPr>
              <a:t>4 إذ دعوت استجبت لي</a:t>
            </a:r>
            <a:endParaRPr lang="en-US" sz="2800" b="1" dirty="0">
              <a:solidFill>
                <a:srgbClr val="FFC000"/>
              </a:solidFill>
            </a:endParaRPr>
          </a:p>
        </p:txBody>
      </p:sp>
      <p:sp>
        <p:nvSpPr>
          <p:cNvPr id="153" name="Rectangle 152">
            <a:hlinkClick r:id="rId7" action="ppaction://hlinksldjump"/>
            <a:extLst>
              <a:ext uri="{FF2B5EF4-FFF2-40B4-BE49-F238E27FC236}">
                <a16:creationId xmlns:a16="http://schemas.microsoft.com/office/drawing/2014/main" id="{D587634E-8848-408B-BC35-C680CFFDAFA0}"/>
              </a:ext>
            </a:extLst>
          </p:cNvPr>
          <p:cNvSpPr/>
          <p:nvPr/>
        </p:nvSpPr>
        <p:spPr>
          <a:xfrm flipH="1">
            <a:off x="6172195" y="4223072"/>
            <a:ext cx="2895602"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92500"/>
          </a:bodyPr>
          <a:lstStyle/>
          <a:p>
            <a:pPr algn="ctr" rtl="1" eaLnBrk="1" hangingPunct="1">
              <a:lnSpc>
                <a:spcPct val="110000"/>
              </a:lnSpc>
              <a:defRPr/>
            </a:pPr>
            <a:r>
              <a:rPr lang="ar-EG" sz="3200" b="1" dirty="0">
                <a:solidFill>
                  <a:srgbClr val="FFC000"/>
                </a:solidFill>
                <a:cs typeface="Times New Roman" pitchFamily="18" charset="0"/>
              </a:rPr>
              <a:t>5 إنصت يارب لكلماتي</a:t>
            </a:r>
            <a:endParaRPr lang="en-US" sz="3200" b="1" dirty="0">
              <a:solidFill>
                <a:srgbClr val="FFC000"/>
              </a:solidFill>
            </a:endParaRPr>
          </a:p>
        </p:txBody>
      </p:sp>
      <p:sp>
        <p:nvSpPr>
          <p:cNvPr id="155" name="Rectangle 154">
            <a:hlinkClick r:id="rId8" action="ppaction://hlinksldjump"/>
            <a:extLst>
              <a:ext uri="{FF2B5EF4-FFF2-40B4-BE49-F238E27FC236}">
                <a16:creationId xmlns:a16="http://schemas.microsoft.com/office/drawing/2014/main" id="{C2AE90C7-9F35-4EBD-8A26-7E2D743ED34E}"/>
              </a:ext>
            </a:extLst>
          </p:cNvPr>
          <p:cNvSpPr/>
          <p:nvPr/>
        </p:nvSpPr>
        <p:spPr>
          <a:xfrm flipH="1">
            <a:off x="3214401" y="676805"/>
            <a:ext cx="28802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3200" b="1" dirty="0">
                <a:solidFill>
                  <a:srgbClr val="FFC000"/>
                </a:solidFill>
                <a:cs typeface="Times New Roman" pitchFamily="18" charset="0"/>
              </a:rPr>
              <a:t>8 أيها الرب ربنا</a:t>
            </a:r>
            <a:endParaRPr lang="en-US" sz="3200" b="1" dirty="0">
              <a:solidFill>
                <a:srgbClr val="FFC000"/>
              </a:solidFill>
            </a:endParaRPr>
          </a:p>
        </p:txBody>
      </p:sp>
      <p:sp>
        <p:nvSpPr>
          <p:cNvPr id="156" name="Rectangle 155">
            <a:hlinkClick r:id="rId9" action="ppaction://hlinksldjump"/>
            <a:extLst>
              <a:ext uri="{FF2B5EF4-FFF2-40B4-BE49-F238E27FC236}">
                <a16:creationId xmlns:a16="http://schemas.microsoft.com/office/drawing/2014/main" id="{B489119B-E2BE-4571-B66D-E801FD3CC85B}"/>
              </a:ext>
            </a:extLst>
          </p:cNvPr>
          <p:cNvSpPr/>
          <p:nvPr/>
        </p:nvSpPr>
        <p:spPr>
          <a:xfrm flipH="1">
            <a:off x="3214401" y="1568981"/>
            <a:ext cx="28802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3200" b="1" dirty="0">
                <a:solidFill>
                  <a:srgbClr val="FFC000"/>
                </a:solidFill>
                <a:cs typeface="Times New Roman" pitchFamily="18" charset="0"/>
              </a:rPr>
              <a:t>11 خلصني يارب</a:t>
            </a:r>
            <a:endParaRPr lang="en-US" sz="3200" b="1" dirty="0">
              <a:solidFill>
                <a:srgbClr val="FFC000"/>
              </a:solidFill>
            </a:endParaRPr>
          </a:p>
        </p:txBody>
      </p:sp>
      <p:sp>
        <p:nvSpPr>
          <p:cNvPr id="157" name="Rectangle 156">
            <a:hlinkClick r:id="rId10" action="ppaction://hlinksldjump"/>
            <a:extLst>
              <a:ext uri="{FF2B5EF4-FFF2-40B4-BE49-F238E27FC236}">
                <a16:creationId xmlns:a16="http://schemas.microsoft.com/office/drawing/2014/main" id="{18F2943F-310C-42C2-9AEE-547D969B32E9}"/>
              </a:ext>
            </a:extLst>
          </p:cNvPr>
          <p:cNvSpPr/>
          <p:nvPr/>
        </p:nvSpPr>
        <p:spPr>
          <a:xfrm flipH="1">
            <a:off x="3214401" y="2454807"/>
            <a:ext cx="28802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2400" b="1" dirty="0">
                <a:solidFill>
                  <a:srgbClr val="FFC000"/>
                </a:solidFill>
                <a:cs typeface="Times New Roman" pitchFamily="18" charset="0"/>
              </a:rPr>
              <a:t>12 إلى متى يارب تنساني؟</a:t>
            </a:r>
            <a:endParaRPr lang="en-US" sz="2400" b="1" dirty="0">
              <a:solidFill>
                <a:srgbClr val="FFC000"/>
              </a:solidFill>
            </a:endParaRPr>
          </a:p>
        </p:txBody>
      </p:sp>
      <p:sp>
        <p:nvSpPr>
          <p:cNvPr id="158" name="Rectangle 157">
            <a:hlinkClick r:id="rId11" action="ppaction://hlinksldjump"/>
            <a:extLst>
              <a:ext uri="{FF2B5EF4-FFF2-40B4-BE49-F238E27FC236}">
                <a16:creationId xmlns:a16="http://schemas.microsoft.com/office/drawing/2014/main" id="{3F6C3C2D-B3E9-477D-BD2F-5EAA7ACE24E5}"/>
              </a:ext>
            </a:extLst>
          </p:cNvPr>
          <p:cNvSpPr/>
          <p:nvPr/>
        </p:nvSpPr>
        <p:spPr>
          <a:xfrm flipH="1">
            <a:off x="3214401" y="3343807"/>
            <a:ext cx="28802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3200" b="1" dirty="0">
                <a:solidFill>
                  <a:srgbClr val="FFC000"/>
                </a:solidFill>
                <a:cs typeface="Times New Roman" pitchFamily="18" charset="0"/>
              </a:rPr>
              <a:t>14 يارب من يسكن</a:t>
            </a:r>
            <a:endParaRPr lang="en-US" sz="3200" b="1" dirty="0">
              <a:solidFill>
                <a:srgbClr val="FFC000"/>
              </a:solidFill>
            </a:endParaRPr>
          </a:p>
        </p:txBody>
      </p:sp>
      <p:sp>
        <p:nvSpPr>
          <p:cNvPr id="159" name="Rectangle 158">
            <a:hlinkClick r:id="rId12" action="ppaction://hlinksldjump"/>
            <a:extLst>
              <a:ext uri="{FF2B5EF4-FFF2-40B4-BE49-F238E27FC236}">
                <a16:creationId xmlns:a16="http://schemas.microsoft.com/office/drawing/2014/main" id="{A86784D2-A2EA-4185-AC7A-B558C0C6DB02}"/>
              </a:ext>
            </a:extLst>
          </p:cNvPr>
          <p:cNvSpPr/>
          <p:nvPr/>
        </p:nvSpPr>
        <p:spPr>
          <a:xfrm flipH="1">
            <a:off x="3214401" y="4232807"/>
            <a:ext cx="28802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3200" b="1" dirty="0">
                <a:solidFill>
                  <a:srgbClr val="FFC000"/>
                </a:solidFill>
                <a:cs typeface="Times New Roman" pitchFamily="18" charset="0"/>
              </a:rPr>
              <a:t>15 احفظني يارب</a:t>
            </a:r>
            <a:endParaRPr lang="en-US" sz="3200" b="1" dirty="0">
              <a:solidFill>
                <a:srgbClr val="FFC000"/>
              </a:solidFill>
            </a:endParaRPr>
          </a:p>
        </p:txBody>
      </p:sp>
      <p:sp>
        <p:nvSpPr>
          <p:cNvPr id="161" name="Rectangle 160">
            <a:hlinkClick r:id="rId13" action="ppaction://hlinksldjump"/>
            <a:extLst>
              <a:ext uri="{FF2B5EF4-FFF2-40B4-BE49-F238E27FC236}">
                <a16:creationId xmlns:a16="http://schemas.microsoft.com/office/drawing/2014/main" id="{EC858A3D-E817-4B00-81D2-C515C4C175D3}"/>
              </a:ext>
            </a:extLst>
          </p:cNvPr>
          <p:cNvSpPr/>
          <p:nvPr/>
        </p:nvSpPr>
        <p:spPr>
          <a:xfrm flipH="1">
            <a:off x="76204" y="5996204"/>
            <a:ext cx="4571995"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3200" b="1" dirty="0">
                <a:solidFill>
                  <a:srgbClr val="FFC000"/>
                </a:solidFill>
                <a:cs typeface="Times New Roman" pitchFamily="18" charset="0"/>
              </a:rPr>
              <a:t>الانجيل</a:t>
            </a:r>
            <a:endParaRPr lang="en-US" sz="3200" b="1" dirty="0">
              <a:solidFill>
                <a:srgbClr val="FFC000"/>
              </a:solidFill>
            </a:endParaRPr>
          </a:p>
        </p:txBody>
      </p:sp>
      <p:sp>
        <p:nvSpPr>
          <p:cNvPr id="12326" name="Title 3">
            <a:extLst>
              <a:ext uri="{FF2B5EF4-FFF2-40B4-BE49-F238E27FC236}">
                <a16:creationId xmlns:a16="http://schemas.microsoft.com/office/drawing/2014/main" id="{0C83A920-B8D1-4DCE-8AF3-C86543441F0B}"/>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ar-EG" altLang="ar-EG" sz="3200"/>
              <a:t>باكر</a:t>
            </a:r>
          </a:p>
        </p:txBody>
      </p:sp>
      <p:sp>
        <p:nvSpPr>
          <p:cNvPr id="16" name="Rectangle 15">
            <a:hlinkClick r:id="rId14" action="ppaction://hlinksldjump"/>
            <a:extLst>
              <a:ext uri="{FF2B5EF4-FFF2-40B4-BE49-F238E27FC236}">
                <a16:creationId xmlns:a16="http://schemas.microsoft.com/office/drawing/2014/main" id="{873D6D55-4A96-465A-BE3C-1B8172A9D359}"/>
              </a:ext>
            </a:extLst>
          </p:cNvPr>
          <p:cNvSpPr/>
          <p:nvPr/>
        </p:nvSpPr>
        <p:spPr>
          <a:xfrm flipH="1">
            <a:off x="6172194" y="5109639"/>
            <a:ext cx="289560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77500" lnSpcReduction="20000"/>
          </a:bodyPr>
          <a:lstStyle/>
          <a:p>
            <a:pPr algn="ctr" rtl="1" eaLnBrk="1" hangingPunct="1">
              <a:lnSpc>
                <a:spcPct val="110000"/>
              </a:lnSpc>
              <a:defRPr/>
            </a:pPr>
            <a:r>
              <a:rPr lang="ar-EG" sz="3200" b="1" dirty="0">
                <a:solidFill>
                  <a:srgbClr val="FFC000"/>
                </a:solidFill>
                <a:cs typeface="Times New Roman" pitchFamily="18" charset="0"/>
              </a:rPr>
              <a:t>6 يا رب لا تبكتني بغضبك</a:t>
            </a:r>
            <a:endParaRPr lang="en-US" sz="3200" b="1" dirty="0">
              <a:solidFill>
                <a:srgbClr val="FFC000"/>
              </a:solidFill>
            </a:endParaRPr>
          </a:p>
        </p:txBody>
      </p:sp>
      <p:sp>
        <p:nvSpPr>
          <p:cNvPr id="18" name="Rectangle 17">
            <a:hlinkClick r:id="rId15" action="ppaction://hlinksldjump"/>
            <a:extLst>
              <a:ext uri="{FF2B5EF4-FFF2-40B4-BE49-F238E27FC236}">
                <a16:creationId xmlns:a16="http://schemas.microsoft.com/office/drawing/2014/main" id="{CF674393-E687-48D0-880C-5F1BACB0C2B2}"/>
              </a:ext>
            </a:extLst>
          </p:cNvPr>
          <p:cNvSpPr/>
          <p:nvPr/>
        </p:nvSpPr>
        <p:spPr>
          <a:xfrm flipH="1">
            <a:off x="4800600" y="5996204"/>
            <a:ext cx="30479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85000" lnSpcReduction="10000"/>
          </a:bodyPr>
          <a:lstStyle/>
          <a:p>
            <a:pPr algn="ctr" rtl="1" eaLnBrk="1" hangingPunct="1">
              <a:lnSpc>
                <a:spcPct val="110000"/>
              </a:lnSpc>
              <a:defRPr/>
            </a:pPr>
            <a:r>
              <a:rPr lang="ar-EG" sz="3200" b="1" dirty="0">
                <a:solidFill>
                  <a:srgbClr val="FFC000"/>
                </a:solidFill>
                <a:cs typeface="Times New Roman" pitchFamily="18" charset="0"/>
              </a:rPr>
              <a:t>142 يا رب اسمع صلاتي</a:t>
            </a:r>
            <a:endParaRPr lang="en-US" sz="3200" b="1" dirty="0">
              <a:solidFill>
                <a:srgbClr val="FFC000"/>
              </a:solidFill>
            </a:endParaRPr>
          </a:p>
        </p:txBody>
      </p:sp>
      <p:sp>
        <p:nvSpPr>
          <p:cNvPr id="19" name="Rectangle 18">
            <a:hlinkClick r:id="rId16" action="ppaction://hlinksldjump"/>
            <a:extLst>
              <a:ext uri="{FF2B5EF4-FFF2-40B4-BE49-F238E27FC236}">
                <a16:creationId xmlns:a16="http://schemas.microsoft.com/office/drawing/2014/main" id="{2870D274-AA1A-4AB7-8699-D9E7C7954A00}"/>
              </a:ext>
            </a:extLst>
          </p:cNvPr>
          <p:cNvSpPr/>
          <p:nvPr/>
        </p:nvSpPr>
        <p:spPr>
          <a:xfrm flipH="1">
            <a:off x="76205" y="5109639"/>
            <a:ext cx="30479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77500" lnSpcReduction="20000"/>
          </a:bodyPr>
          <a:lstStyle/>
          <a:p>
            <a:pPr algn="ctr" rtl="1" eaLnBrk="1" hangingPunct="1">
              <a:lnSpc>
                <a:spcPct val="110000"/>
              </a:lnSpc>
              <a:defRPr/>
            </a:pPr>
            <a:r>
              <a:rPr lang="ar-EG" sz="3200" b="1" dirty="0">
                <a:solidFill>
                  <a:srgbClr val="FFC000"/>
                </a:solidFill>
                <a:cs typeface="Times New Roman" pitchFamily="18" charset="0"/>
              </a:rPr>
              <a:t>112 سبحوا الرب أيها الفتيان</a:t>
            </a:r>
            <a:endParaRPr lang="en-US" sz="3200" b="1" dirty="0">
              <a:solidFill>
                <a:srgbClr val="FFC000"/>
              </a:solidFill>
            </a:endParaRPr>
          </a:p>
        </p:txBody>
      </p:sp>
      <p:sp>
        <p:nvSpPr>
          <p:cNvPr id="20" name="Rectangle 19">
            <a:hlinkClick r:id="rId17" action="ppaction://hlinksldjump"/>
            <a:extLst>
              <a:ext uri="{FF2B5EF4-FFF2-40B4-BE49-F238E27FC236}">
                <a16:creationId xmlns:a16="http://schemas.microsoft.com/office/drawing/2014/main" id="{6789E74F-639B-475E-BDB6-9A1ED53303B6}"/>
              </a:ext>
            </a:extLst>
          </p:cNvPr>
          <p:cNvSpPr/>
          <p:nvPr/>
        </p:nvSpPr>
        <p:spPr>
          <a:xfrm flipH="1">
            <a:off x="76205" y="4223073"/>
            <a:ext cx="30479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77500" lnSpcReduction="20000"/>
          </a:bodyPr>
          <a:lstStyle/>
          <a:p>
            <a:pPr algn="ctr" rtl="1" eaLnBrk="1" hangingPunct="1">
              <a:lnSpc>
                <a:spcPct val="110000"/>
              </a:lnSpc>
              <a:defRPr/>
            </a:pPr>
            <a:r>
              <a:rPr lang="ar-EG" sz="3200" b="1" dirty="0">
                <a:solidFill>
                  <a:srgbClr val="FFC000"/>
                </a:solidFill>
                <a:cs typeface="Times New Roman" pitchFamily="18" charset="0"/>
              </a:rPr>
              <a:t>69 اللهم التفت إلى معونتي</a:t>
            </a:r>
            <a:endParaRPr lang="en-US" sz="3200" b="1" dirty="0">
              <a:solidFill>
                <a:srgbClr val="FFC000"/>
              </a:solidFill>
            </a:endParaRPr>
          </a:p>
        </p:txBody>
      </p:sp>
      <p:sp>
        <p:nvSpPr>
          <p:cNvPr id="21" name="Rectangle 20">
            <a:hlinkClick r:id="rId18" action="ppaction://hlinksldjump"/>
            <a:extLst>
              <a:ext uri="{FF2B5EF4-FFF2-40B4-BE49-F238E27FC236}">
                <a16:creationId xmlns:a16="http://schemas.microsoft.com/office/drawing/2014/main" id="{F73B1723-D605-4FF0-8DF7-0ECBBE6C33B7}"/>
              </a:ext>
            </a:extLst>
          </p:cNvPr>
          <p:cNvSpPr/>
          <p:nvPr/>
        </p:nvSpPr>
        <p:spPr>
          <a:xfrm flipH="1">
            <a:off x="76205" y="3336506"/>
            <a:ext cx="30479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3200" b="1" dirty="0">
                <a:solidFill>
                  <a:srgbClr val="FFC000"/>
                </a:solidFill>
                <a:cs typeface="Times New Roman" pitchFamily="18" charset="0"/>
              </a:rPr>
              <a:t>66 </a:t>
            </a:r>
            <a:r>
              <a:rPr lang="ar-EG" sz="3200" b="1" dirty="0" err="1">
                <a:solidFill>
                  <a:srgbClr val="FFC000"/>
                </a:solidFill>
                <a:cs typeface="Times New Roman" pitchFamily="18" charset="0"/>
              </a:rPr>
              <a:t>ليتراءف</a:t>
            </a:r>
            <a:r>
              <a:rPr lang="ar-EG" sz="3200" b="1" dirty="0">
                <a:solidFill>
                  <a:srgbClr val="FFC000"/>
                </a:solidFill>
                <a:cs typeface="Times New Roman" pitchFamily="18" charset="0"/>
              </a:rPr>
              <a:t> الله علينا </a:t>
            </a:r>
            <a:endParaRPr lang="en-US" sz="3200" b="1" dirty="0">
              <a:solidFill>
                <a:srgbClr val="FFC000"/>
              </a:solidFill>
            </a:endParaRPr>
          </a:p>
        </p:txBody>
      </p:sp>
      <p:sp>
        <p:nvSpPr>
          <p:cNvPr id="22" name="Rectangle 21">
            <a:hlinkClick r:id="rId19" action="ppaction://hlinksldjump"/>
            <a:extLst>
              <a:ext uri="{FF2B5EF4-FFF2-40B4-BE49-F238E27FC236}">
                <a16:creationId xmlns:a16="http://schemas.microsoft.com/office/drawing/2014/main" id="{FA64C738-07AC-481E-AB15-F02C8D289C34}"/>
              </a:ext>
            </a:extLst>
          </p:cNvPr>
          <p:cNvSpPr/>
          <p:nvPr/>
        </p:nvSpPr>
        <p:spPr>
          <a:xfrm flipH="1">
            <a:off x="76205" y="2449939"/>
            <a:ext cx="30479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85000" lnSpcReduction="10000"/>
          </a:bodyPr>
          <a:lstStyle/>
          <a:p>
            <a:pPr algn="ctr" rtl="1" eaLnBrk="1" hangingPunct="1">
              <a:lnSpc>
                <a:spcPct val="110000"/>
              </a:lnSpc>
              <a:defRPr/>
            </a:pPr>
            <a:r>
              <a:rPr lang="ar-EG" sz="3200" b="1" dirty="0">
                <a:solidFill>
                  <a:srgbClr val="FFC000"/>
                </a:solidFill>
                <a:cs typeface="Times New Roman" pitchFamily="18" charset="0"/>
              </a:rPr>
              <a:t>62 يا الله إلهي إليك أبكر</a:t>
            </a:r>
            <a:endParaRPr lang="en-US" sz="3200" b="1" dirty="0">
              <a:solidFill>
                <a:srgbClr val="FFC000"/>
              </a:solidFill>
            </a:endParaRPr>
          </a:p>
        </p:txBody>
      </p:sp>
      <p:sp>
        <p:nvSpPr>
          <p:cNvPr id="23" name="Rectangle 22">
            <a:hlinkClick r:id="rId20" action="ppaction://hlinksldjump"/>
            <a:extLst>
              <a:ext uri="{FF2B5EF4-FFF2-40B4-BE49-F238E27FC236}">
                <a16:creationId xmlns:a16="http://schemas.microsoft.com/office/drawing/2014/main" id="{A0211DDA-E557-4E07-8A94-C7A266B26ACC}"/>
              </a:ext>
            </a:extLst>
          </p:cNvPr>
          <p:cNvSpPr/>
          <p:nvPr/>
        </p:nvSpPr>
        <p:spPr>
          <a:xfrm flipH="1">
            <a:off x="76205" y="1563372"/>
            <a:ext cx="30479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fontScale="85000" lnSpcReduction="10000"/>
          </a:bodyPr>
          <a:lstStyle/>
          <a:p>
            <a:pPr algn="ctr" rtl="1" eaLnBrk="1" hangingPunct="1">
              <a:lnSpc>
                <a:spcPct val="110000"/>
              </a:lnSpc>
              <a:defRPr/>
            </a:pPr>
            <a:r>
              <a:rPr lang="ar-EG" sz="3200" b="1" dirty="0">
                <a:solidFill>
                  <a:srgbClr val="FFC000"/>
                </a:solidFill>
                <a:cs typeface="Times New Roman" pitchFamily="18" charset="0"/>
              </a:rPr>
              <a:t>26 الرب نوري وخلاصي </a:t>
            </a:r>
            <a:endParaRPr lang="en-US" sz="3200" b="1" dirty="0">
              <a:solidFill>
                <a:srgbClr val="FFC000"/>
              </a:solidFill>
            </a:endParaRPr>
          </a:p>
        </p:txBody>
      </p:sp>
      <p:sp>
        <p:nvSpPr>
          <p:cNvPr id="24" name="Rectangle 23">
            <a:hlinkClick r:id="rId21" action="ppaction://hlinksldjump"/>
            <a:extLst>
              <a:ext uri="{FF2B5EF4-FFF2-40B4-BE49-F238E27FC236}">
                <a16:creationId xmlns:a16="http://schemas.microsoft.com/office/drawing/2014/main" id="{DEC85708-B499-4C27-947D-C6B8C2DDCCA6}"/>
              </a:ext>
            </a:extLst>
          </p:cNvPr>
          <p:cNvSpPr/>
          <p:nvPr/>
        </p:nvSpPr>
        <p:spPr>
          <a:xfrm flipH="1">
            <a:off x="76205" y="676805"/>
            <a:ext cx="3047996"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2400" b="1" dirty="0">
                <a:solidFill>
                  <a:srgbClr val="FFC000"/>
                </a:solidFill>
                <a:cs typeface="Times New Roman" pitchFamily="18" charset="0"/>
              </a:rPr>
              <a:t>24 إليك يا رب رفعت نفسي</a:t>
            </a:r>
            <a:endParaRPr lang="en-US" sz="2400" b="1" dirty="0">
              <a:solidFill>
                <a:srgbClr val="FFC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FEE93837-1C71-4413-BF2E-C4294BDB4F48}"/>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 المزمور الأول</a:t>
            </a:r>
          </a:p>
        </p:txBody>
      </p:sp>
      <p:sp>
        <p:nvSpPr>
          <p:cNvPr id="13315" name="Content Placeholder 2">
            <a:extLst>
              <a:ext uri="{FF2B5EF4-FFF2-40B4-BE49-F238E27FC236}">
                <a16:creationId xmlns:a16="http://schemas.microsoft.com/office/drawing/2014/main" id="{AE1E6A96-8B80-409F-87A9-3AC5A51C9590}"/>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طوبى للرجل الذي لم يسلك في مشورة المنافقين. وفى طريق الخطاة لم يقف، وفى مجلس المستهزئين لم يجلس. لكن في ناموس الرب إرادته، وفى ناموسه يلهج نهارا وليلا. فيكون كالشجرة المغروسة على مجارى المياه التي تعطى ثمرها في حينه. وورقها لا ينتثر، وكل ما يصنع ينجح فيه. ليس كذلك المنافقون، ليس كذلك. لكنهم كالهباء الذي تذريه الريح</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57221A25-EFE9-4077-B3D2-58D6D0C9C633}"/>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عن وجه الأرض. فلهذا لا يقوم المنافقون في الدينونة، ولا الخطاة في مجمع الصديقين. لأن الرب يعرف طريق الأبرار، وأما طريق المنافقين فتباد.</a:t>
            </a:r>
          </a:p>
        </p:txBody>
      </p:sp>
      <p:sp>
        <p:nvSpPr>
          <p:cNvPr id="14339" name="TextBox 3">
            <a:extLst>
              <a:ext uri="{FF2B5EF4-FFF2-40B4-BE49-F238E27FC236}">
                <a16:creationId xmlns:a16="http://schemas.microsoft.com/office/drawing/2014/main" id="{AF267F83-FE00-4A9F-9F8F-148089D86052}"/>
              </a:ext>
            </a:extLst>
          </p:cNvPr>
          <p:cNvSpPr txBox="1">
            <a:spLocks noChangeArrowheads="1"/>
          </p:cNvSpPr>
          <p:nvPr/>
        </p:nvSpPr>
        <p:spPr bwMode="auto">
          <a:xfrm>
            <a:off x="0" y="3046413"/>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4" name="Rectangle 3">
            <a:hlinkClick r:id="rId2" action="ppaction://hlinksldjump"/>
            <a:extLst>
              <a:ext uri="{FF2B5EF4-FFF2-40B4-BE49-F238E27FC236}">
                <a16:creationId xmlns:a16="http://schemas.microsoft.com/office/drawing/2014/main" id="{EC8597C8-8540-4752-8590-CEA745EF9B89}"/>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5" name="Rectangle 4">
            <a:hlinkClick r:id="rId3" action="ppaction://hlinksldjump"/>
            <a:extLst>
              <a:ext uri="{FF2B5EF4-FFF2-40B4-BE49-F238E27FC236}">
                <a16:creationId xmlns:a16="http://schemas.microsoft.com/office/drawing/2014/main" id="{8350001B-CB2D-4B5B-8603-C3E909F2E5E6}"/>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1A766EA-B6E3-4F7C-96B9-8F1F7DD7A3DA}"/>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(2) المزمور الثاني</a:t>
            </a:r>
          </a:p>
        </p:txBody>
      </p:sp>
      <p:sp>
        <p:nvSpPr>
          <p:cNvPr id="15363" name="Content Placeholder 2">
            <a:extLst>
              <a:ext uri="{FF2B5EF4-FFF2-40B4-BE49-F238E27FC236}">
                <a16:creationId xmlns:a16="http://schemas.microsoft.com/office/drawing/2014/main" id="{7A5A2C48-E761-47F3-ADAD-138D61BD3184}"/>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لماذا ارتجت الأمم، وتفكرت الشعوب في الباطل. قام ملوك الأرض وتآمر الرؤساء معا على الرب وعلى مسيحه قائلين: لنقطع أغلالهما، ولنطرح عنا نيرهما. الساكن في السموات يضحك بهم، والرب يستهزئ بهم. حينئذ يكلمهم بغضبه، وبرجزه يرجفهم. أنا أقمته ملكا على صهيون جبل قدسه، لأكرز بأمر الرب. الرب قال لي: أنت ابني، وأنا اليوم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EB826E1A-8BB8-4D68-BE90-257465DFD27B}"/>
              </a:ext>
            </a:extLst>
          </p:cNvPr>
          <p:cNvSpPr>
            <a:spLocks noGrp="1"/>
          </p:cNvSpPr>
          <p:nvPr>
            <p:ph idx="4294967295"/>
          </p:nvPr>
        </p:nvSpPr>
        <p:spPr bwMode="auto">
          <a:xfrm>
            <a:off x="0" y="0"/>
            <a:ext cx="9144000" cy="68881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ولدتك. اسألني فأعطيك الأمم ميراثك، وسلطانك إلى أقطار الأرض. لترعاهم بقضيب من حديد. ومثل آنية الفخار تسحقهم. فالآن أيها الملوك افهموا، وتأدبوا يا جميع قضاة الأرض اعبدوا الرب بخشية. وهللوا له برعدة. الزموا الأدب لئلا يغضب الرب فتضلوا عن طريق الحق. عندما يتقد غضبه بسرعة، طوبى لجميع المتكلين عليه</a:t>
            </a:r>
            <a:r>
              <a:rPr lang="ar-EG" altLang="ar-EG" sz="4800" b="1">
                <a:cs typeface="Times New Roman" panose="02020603050405020304" pitchFamily="18" charset="0"/>
              </a:rPr>
              <a:t>.</a:t>
            </a:r>
            <a:endParaRPr lang="ar-SA" altLang="ar-EG" sz="4800" b="1">
              <a:cs typeface="Times New Roman" panose="02020603050405020304" pitchFamily="18" charset="0"/>
            </a:endParaRPr>
          </a:p>
          <a:p>
            <a:pPr marL="0" indent="0" algn="justLow" eaLnBrk="1" hangingPunct="1">
              <a:buFontTx/>
              <a:buNone/>
            </a:pPr>
            <a:endParaRPr lang="ar-SA" altLang="ar-EG" sz="4800" b="1">
              <a:cs typeface="Times New Roman" panose="02020603050405020304" pitchFamily="18" charset="0"/>
            </a:endParaRPr>
          </a:p>
        </p:txBody>
      </p:sp>
      <p:sp>
        <p:nvSpPr>
          <p:cNvPr id="16387" name="TextBox 3">
            <a:extLst>
              <a:ext uri="{FF2B5EF4-FFF2-40B4-BE49-F238E27FC236}">
                <a16:creationId xmlns:a16="http://schemas.microsoft.com/office/drawing/2014/main" id="{49F176D0-33B8-4B98-9707-31C5131FF2E0}"/>
              </a:ext>
            </a:extLst>
          </p:cNvPr>
          <p:cNvSpPr txBox="1">
            <a:spLocks noChangeArrowheads="1"/>
          </p:cNvSpPr>
          <p:nvPr/>
        </p:nvSpPr>
        <p:spPr bwMode="auto">
          <a:xfrm>
            <a:off x="0" y="526415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26FC2ADC-E52F-412E-A00D-F612EADFF9A2}"/>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6E35B9A4-454D-4C95-B009-7871BD7CBFA9}"/>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814926F7-C1D5-4659-A52E-F2D640A07A9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(3) المزمور الثالث</a:t>
            </a:r>
          </a:p>
        </p:txBody>
      </p:sp>
      <p:sp>
        <p:nvSpPr>
          <p:cNvPr id="17411" name="Content Placeholder 2">
            <a:extLst>
              <a:ext uri="{FF2B5EF4-FFF2-40B4-BE49-F238E27FC236}">
                <a16:creationId xmlns:a16="http://schemas.microsoft.com/office/drawing/2014/main" id="{FBE6629B-C544-4052-AE78-8B4405A7EDDD}"/>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لماذا كثر الذين يحزنونني، كثيرون قاموا علي. كثيرون يقولون لنفسي، ليس له خلاص بإلهه. أنت يا رب أنت هو ناصري، مجدي ورافع رأسي. بصوتي إلى الرب صرخت. فاستجاب لي من جبل قدسه.</a:t>
            </a:r>
            <a:r>
              <a:rPr lang="ar-EG" altLang="ar-EG" sz="4800" b="1">
                <a:cs typeface="Times New Roman" panose="02020603050405020304" pitchFamily="18" charset="0"/>
              </a:rPr>
              <a:t> </a:t>
            </a:r>
            <a:r>
              <a:rPr lang="ar-SA" altLang="ar-EG" sz="4800" b="1">
                <a:cs typeface="Times New Roman" panose="02020603050405020304" pitchFamily="18" charset="0"/>
              </a:rPr>
              <a:t>أنا اضطجعت ونمت، ثم استيقظت لأن الرب ناصري. فلا أخاف من ربوات الجموع المحيطين بي القائمين على. قم يا رب خلصني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41632EA9-7A73-4A2F-8C16-6C73A91704EA}"/>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إلهي، لأنك ضربت كل من يعاديني باطلا. أسنان الخطاة سحقتها. للرب الخلاص وعلى شعبه بركته.</a:t>
            </a:r>
          </a:p>
        </p:txBody>
      </p:sp>
      <p:sp>
        <p:nvSpPr>
          <p:cNvPr id="18435" name="TextBox 3">
            <a:extLst>
              <a:ext uri="{FF2B5EF4-FFF2-40B4-BE49-F238E27FC236}">
                <a16:creationId xmlns:a16="http://schemas.microsoft.com/office/drawing/2014/main" id="{01320FBC-28BD-41C5-ADBB-FE8C8A0B28C3}"/>
              </a:ext>
            </a:extLst>
          </p:cNvPr>
          <p:cNvSpPr txBox="1">
            <a:spLocks noChangeArrowheads="1"/>
          </p:cNvSpPr>
          <p:nvPr/>
        </p:nvSpPr>
        <p:spPr bwMode="auto">
          <a:xfrm>
            <a:off x="0" y="230822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D9EF6CAA-676A-4CDA-895C-2598A34BA84D}"/>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0381DD05-1455-4E82-A0A0-FB8D375EE8B1}"/>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BDD2361-2D5D-41D1-97D4-062D2E465B1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(4) المزمور الرابع</a:t>
            </a:r>
          </a:p>
        </p:txBody>
      </p:sp>
      <p:sp>
        <p:nvSpPr>
          <p:cNvPr id="19459" name="Content Placeholder 2">
            <a:extLst>
              <a:ext uri="{FF2B5EF4-FFF2-40B4-BE49-F238E27FC236}">
                <a16:creationId xmlns:a16="http://schemas.microsoft.com/office/drawing/2014/main" id="{85913156-73DF-490F-A072-71F95B8995C7}"/>
              </a:ext>
            </a:extLst>
          </p:cNvPr>
          <p:cNvSpPr>
            <a:spLocks noGrp="1"/>
          </p:cNvSpPr>
          <p:nvPr>
            <p:ph idx="4294967295"/>
          </p:nvPr>
        </p:nvSpPr>
        <p:spPr bwMode="auto">
          <a:xfrm>
            <a:off x="0" y="873125"/>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EG" altLang="ar-EG" sz="4800" b="1">
                <a:cs typeface="Times New Roman" panose="02020603050405020304" pitchFamily="18" charset="0"/>
              </a:rPr>
              <a:t>إ</a:t>
            </a:r>
            <a:r>
              <a:rPr lang="ar-SA" altLang="ar-EG" sz="4800" b="1">
                <a:cs typeface="Times New Roman" panose="02020603050405020304" pitchFamily="18" charset="0"/>
              </a:rPr>
              <a:t>ذ دعوتُ استجبتَ لي يا إله بري. في الشدة فرجت عنى. تراءف على يا رب واسمع صلاتي.</a:t>
            </a:r>
            <a:r>
              <a:rPr lang="ar-EG" altLang="ar-EG" sz="4800" b="1">
                <a:cs typeface="Times New Roman" panose="02020603050405020304" pitchFamily="18" charset="0"/>
              </a:rPr>
              <a:t> </a:t>
            </a:r>
            <a:r>
              <a:rPr lang="ar-SA" altLang="ar-EG" sz="4800" b="1">
                <a:cs typeface="Times New Roman" panose="02020603050405020304" pitchFamily="18" charset="0"/>
              </a:rPr>
              <a:t>يا بني البشر، حتى متى تثقل قلوبكم؟ لماذا تحبون الباطل وتبتغون الكذب؟ اعلموا أن الرب قد جعل صفيه عجبا. الرب يستجيب لي إذا ما صرخت إليه. اغضبوا ولا تخطئوا، الذي تقولونه في قلوبكم اندموا عليه في مضاجعكم. اذبحوا ذبيحة البر، وتوكلوا على الرب.</a:t>
            </a:r>
            <a:r>
              <a:rPr lang="ar-EG" altLang="ar-EG" sz="4800" b="1">
                <a:cs typeface="Times New Roman" panose="02020603050405020304" pitchFamily="18" charset="0"/>
              </a:rPr>
              <a:t> </a:t>
            </a:r>
            <a:r>
              <a:rPr lang="ar-SA" altLang="ar-EG" sz="4800" b="1">
                <a:cs typeface="Times New Roman" panose="02020603050405020304" pitchFamily="18" charset="0"/>
              </a:rPr>
              <a:t>كثيرون</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22AB3266-C600-4E20-BA0A-6B35D1C7E299}"/>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يقولون: من يرينا الخيرات؟ قد أضاء علينا نور وجهك يا رب. أعطيت سرورا لقلبي أوفر من الذين كثرت حنطتهم وخمرهم وزيتهم. فبالسلامة أضطجع أيضا وأنام، لأنك أنت وحدك يا رب أسكنتني على الرجاء</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0483" name="TextBox 3">
            <a:extLst>
              <a:ext uri="{FF2B5EF4-FFF2-40B4-BE49-F238E27FC236}">
                <a16:creationId xmlns:a16="http://schemas.microsoft.com/office/drawing/2014/main" id="{D3BF8B33-C2DA-46CC-BB9D-213F05C34368}"/>
              </a:ext>
            </a:extLst>
          </p:cNvPr>
          <p:cNvSpPr txBox="1">
            <a:spLocks noChangeArrowheads="1"/>
          </p:cNvSpPr>
          <p:nvPr/>
        </p:nvSpPr>
        <p:spPr bwMode="auto">
          <a:xfrm>
            <a:off x="0" y="378618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CD38D0ED-655D-4B02-A96C-3597CBC40445}"/>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35CB8282-8E54-4B1F-AB55-811C06D95174}"/>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B06E2997-AA05-437C-9981-00FAA68FF27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(5) المزمور الخامس</a:t>
            </a:r>
          </a:p>
        </p:txBody>
      </p:sp>
      <p:sp>
        <p:nvSpPr>
          <p:cNvPr id="21507" name="Content Placeholder 2">
            <a:extLst>
              <a:ext uri="{FF2B5EF4-FFF2-40B4-BE49-F238E27FC236}">
                <a16:creationId xmlns:a16="http://schemas.microsoft.com/office/drawing/2014/main" id="{7F15C168-EEC4-4C97-A7B4-573348FDBEE5}"/>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أنصت يا رب لكلماتي، واسمع صراخي. أصغ إلى صوت طلبتي يا ملكي وإلهي، لأني إليك أصلى. يا رب بالغداة تسمع صوتي، بالغداة أقف أمامك وتراني.</a:t>
            </a:r>
            <a:r>
              <a:rPr lang="ar-EG" altLang="ar-EG" sz="4800" b="1">
                <a:cs typeface="Times New Roman" panose="02020603050405020304" pitchFamily="18" charset="0"/>
              </a:rPr>
              <a:t> </a:t>
            </a:r>
            <a:r>
              <a:rPr lang="ar-SA" altLang="ar-EG" sz="4800" b="1">
                <a:cs typeface="Times New Roman" panose="02020603050405020304" pitchFamily="18" charset="0"/>
              </a:rPr>
              <a:t>لأنك إله لا تشاء الإثم، ولا يساكنك من يصنع الشر. ولا يثبت مخالفو الناموس أمام عينيك. يا رب أبغضت جميع فاعلي الإثم، وتهلك كل الناطقين بالكذب. رجل الدماء والغاش يرذله الرب. أما أنا فبكثرة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2BFC6CD5-E54C-47CA-A2CA-EE33AD1EBE7F}"/>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رحمتك أدخل بيتك، وأسجد قدام هيكل قدسك بمخافتك. اهدني يا رب ببرك. من أجل أعدائي سهل أمامي طريقك. لأن ليس في أفواههم صدق. باطل هو قلبهم. حنجرتهم قبر مفتوح. وبألسنتهم قد غشوا. فدنهم يا لله. وليسقطوا من جميع مؤامراتهم وككثرة نفاقهم استأصلهم، لأنهم قد أغضبوك يا رب. وليفرح جميع المتكلين عليك، إلى الأبد يسرون وتحل فيهم. ويفتخر بك كل الذين يحبون اسمك. لأنك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8000BCE8-4A1F-45E3-BF2F-FF30D53F290F}"/>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أنت باركت الصديق يا رب. كما بترس المسرة كللتنا.</a:t>
            </a:r>
          </a:p>
        </p:txBody>
      </p:sp>
      <p:sp>
        <p:nvSpPr>
          <p:cNvPr id="23555" name="TextBox 3">
            <a:extLst>
              <a:ext uri="{FF2B5EF4-FFF2-40B4-BE49-F238E27FC236}">
                <a16:creationId xmlns:a16="http://schemas.microsoft.com/office/drawing/2014/main" id="{9A0000ED-0D96-4728-890C-D9E72CFD07BD}"/>
              </a:ext>
            </a:extLst>
          </p:cNvPr>
          <p:cNvSpPr txBox="1">
            <a:spLocks noChangeArrowheads="1"/>
          </p:cNvSpPr>
          <p:nvPr/>
        </p:nvSpPr>
        <p:spPr bwMode="auto">
          <a:xfrm>
            <a:off x="0" y="15700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84547E31-91BC-4569-BD97-DEA2A3AE35FD}"/>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1B5F3469-96BF-4930-955B-55E31DC46912}"/>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6761B2D7-620F-4E7C-8D33-91E592C71E4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(6) المزمور السادس</a:t>
            </a:r>
          </a:p>
        </p:txBody>
      </p:sp>
      <p:sp>
        <p:nvSpPr>
          <p:cNvPr id="24579" name="Content Placeholder 2">
            <a:extLst>
              <a:ext uri="{FF2B5EF4-FFF2-40B4-BE49-F238E27FC236}">
                <a16:creationId xmlns:a16="http://schemas.microsoft.com/office/drawing/2014/main" id="{D26C9D3F-9E3A-4F6A-859A-22B46E53AFE6}"/>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لا تبكتني بغضبك، ولا تؤدبني بسخطك. ارحمني يا رب فإني ضعيف، اشفني يا رب فإن عظامي قد اضطربت ونفسي قد انزعجت جدا. وأنت يا رب فإلي متى؟ عد ونج نفسي، وأحيني من أجل رحمتك. لأنه ليس في الموت من يذكرك ولا في الجحيم من يعترف لك. تعبت في تنهدي. أعوم كل ليلة سريري، وبدموعي أبل فراشي. تعكرت من الغضب عيناي. شاخت من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6DF0987A-E2FA-4AA0-960A-DA886CCC32B1}"/>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سائر أعدائي . ابعدوا عنى يا جميع فاعلي الإثم. لأن الرب قد سمع صوت بكائي. الرب سمع تضرعي، الرب لصلاتي قبل، فليَخزَ وليضطرب جدا جميع أعدائي، وليرتدوا إلى ورائهم بالخزي سريعا جدا.</a:t>
            </a:r>
          </a:p>
        </p:txBody>
      </p:sp>
      <p:sp>
        <p:nvSpPr>
          <p:cNvPr id="25603" name="TextBox 3">
            <a:extLst>
              <a:ext uri="{FF2B5EF4-FFF2-40B4-BE49-F238E27FC236}">
                <a16:creationId xmlns:a16="http://schemas.microsoft.com/office/drawing/2014/main" id="{BAF41C72-68D5-4B7B-9AE8-5F1FC22A5AF2}"/>
              </a:ext>
            </a:extLst>
          </p:cNvPr>
          <p:cNvSpPr txBox="1">
            <a:spLocks noChangeArrowheads="1"/>
          </p:cNvSpPr>
          <p:nvPr/>
        </p:nvSpPr>
        <p:spPr bwMode="auto">
          <a:xfrm>
            <a:off x="0" y="3786188"/>
            <a:ext cx="182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13673CC5-DF49-4CF1-99A0-29169F5CE322}"/>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E425D774-5B99-4252-9378-B0D898E60EDD}"/>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7C9FDD01-352B-4350-BD8D-0AD0BC6AD86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(7) المزمور الثامن</a:t>
            </a:r>
          </a:p>
        </p:txBody>
      </p:sp>
      <p:sp>
        <p:nvSpPr>
          <p:cNvPr id="26627" name="Content Placeholder 2">
            <a:extLst>
              <a:ext uri="{FF2B5EF4-FFF2-40B4-BE49-F238E27FC236}">
                <a16:creationId xmlns:a16="http://schemas.microsoft.com/office/drawing/2014/main" id="{AEC4DBB3-F805-4F7B-8925-D1A37D9B6ACF}"/>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أيها الرب ربنا، ما أعجب اسمك في الأرض كلها! لأنه قد ارتفع عظم جلالك فوق السموات. من أفواه الأطفال والرضعان هيأت سبحا، من أجل أعدائك، لتسكت عدوا ومنتقما.</a:t>
            </a:r>
            <a:r>
              <a:rPr lang="ar-EG" altLang="ar-EG" sz="4800" b="1">
                <a:cs typeface="Times New Roman" panose="02020603050405020304" pitchFamily="18" charset="0"/>
              </a:rPr>
              <a:t> </a:t>
            </a:r>
            <a:r>
              <a:rPr lang="ar-SA" altLang="ar-EG" sz="4800" b="1">
                <a:cs typeface="Times New Roman" panose="02020603050405020304" pitchFamily="18" charset="0"/>
              </a:rPr>
              <a:t>لأني أرى السموات أعمال أصابعك. القمر والنجوم أنت أسستها. من هو الإنسان حتى تذكره، أو ابن الإنسان حتى تفتقده؟! أنقصته قليلا عن الملائكة. بالمجد والكرامة توجته، وعلى أعمال</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925FF39F-104E-4AAA-8F38-E5035A5249E6}"/>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يديك أقمته. كل شيء أخضعت تحت قدميه، الغنم والبقر جميعا وأيضا بهائم الحقل، وطيور السماء وأسماك البحر السالكة في البحار. أيها الرب ربنا. ما أعجب اسمك في الأرض كلها.</a:t>
            </a:r>
          </a:p>
        </p:txBody>
      </p:sp>
      <p:sp>
        <p:nvSpPr>
          <p:cNvPr id="27651" name="TextBox 3">
            <a:extLst>
              <a:ext uri="{FF2B5EF4-FFF2-40B4-BE49-F238E27FC236}">
                <a16:creationId xmlns:a16="http://schemas.microsoft.com/office/drawing/2014/main" id="{262C45CF-8D9C-4048-B06E-28E5A845B532}"/>
              </a:ext>
            </a:extLst>
          </p:cNvPr>
          <p:cNvSpPr txBox="1">
            <a:spLocks noChangeArrowheads="1"/>
          </p:cNvSpPr>
          <p:nvPr/>
        </p:nvSpPr>
        <p:spPr bwMode="auto">
          <a:xfrm>
            <a:off x="0" y="304641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72356437-45B1-42A2-9E37-8E1C60C06C0E}"/>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B9EA9033-E194-4F84-8874-2E08DCB85D29}"/>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4737B95C-E128-494E-B6CF-22502F61254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(8) المزمور الحادي عشر</a:t>
            </a:r>
          </a:p>
        </p:txBody>
      </p:sp>
      <p:sp>
        <p:nvSpPr>
          <p:cNvPr id="28675" name="Content Placeholder 2">
            <a:extLst>
              <a:ext uri="{FF2B5EF4-FFF2-40B4-BE49-F238E27FC236}">
                <a16:creationId xmlns:a16="http://schemas.microsoft.com/office/drawing/2014/main" id="{817D7D47-D334-4265-B77F-826AEF18BA6F}"/>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خلصني يا رب فإن البار قد فني، وقد قلت الأمانة من بنى البشر. تكلم كل واحد مع قريبه بالأباطيل. شفاه غاشة في قلوبهم وبقلوبهم تخاطبوا. يستأصل الرب جميع الشفاه الغاشة، واللسانَ الناطق بالعظائم. الذين قالوا: نعظم ألسنتنا شفاهنا معنا، فمن هو رب علينا؟!</a:t>
            </a:r>
            <a:r>
              <a:rPr lang="ar-EG" altLang="ar-EG" sz="4800" b="1">
                <a:cs typeface="Times New Roman" panose="02020603050405020304" pitchFamily="18" charset="0"/>
              </a:rPr>
              <a:t> </a:t>
            </a:r>
            <a:r>
              <a:rPr lang="ar-SA" altLang="ar-EG" sz="4800" b="1">
                <a:cs typeface="Times New Roman" panose="02020603050405020304" pitchFamily="18" charset="0"/>
              </a:rPr>
              <a:t>من أجل شقاء المساكين وتنهد البائسين الآن أقوم، يقول الرب، أصنع الخلاص علانية. كلام الرب</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7B86676C-E404-4AC9-8F5C-21947FDF1E74}"/>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كلام نقي، فضة محماة مجربة في الأرض، قد صفيت سبعة أضعاف. وأنت يا رب تنجينا وتحفظنا من هذا الجيل وإلى الدهر. المنافقون حولنا يمشون. مثل ارتفاعك أكثرت أعمار بنى البشر.</a:t>
            </a:r>
          </a:p>
        </p:txBody>
      </p:sp>
      <p:sp>
        <p:nvSpPr>
          <p:cNvPr id="29699" name="TextBox 3">
            <a:extLst>
              <a:ext uri="{FF2B5EF4-FFF2-40B4-BE49-F238E27FC236}">
                <a16:creationId xmlns:a16="http://schemas.microsoft.com/office/drawing/2014/main" id="{089E7221-3DA2-4BAB-AEC2-D218B43F4B78}"/>
              </a:ext>
            </a:extLst>
          </p:cNvPr>
          <p:cNvSpPr txBox="1">
            <a:spLocks noChangeArrowheads="1"/>
          </p:cNvSpPr>
          <p:nvPr/>
        </p:nvSpPr>
        <p:spPr bwMode="auto">
          <a:xfrm>
            <a:off x="0" y="378618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A2982C5D-F59F-483B-806C-A0A9F4BCB203}"/>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D215A5DB-997E-4F40-BB2D-DB6E553DDB7F}"/>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2D7CBF21-C50C-4EF1-B7EB-EF6C1858AB6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 (9) المزمور الثاني عشر</a:t>
            </a:r>
          </a:p>
        </p:txBody>
      </p:sp>
      <p:sp>
        <p:nvSpPr>
          <p:cNvPr id="30723" name="Content Placeholder 2">
            <a:extLst>
              <a:ext uri="{FF2B5EF4-FFF2-40B4-BE49-F238E27FC236}">
                <a16:creationId xmlns:a16="http://schemas.microsoft.com/office/drawing/2014/main" id="{28A556E2-4215-4B1A-AD0A-EC2CA955B620}"/>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إلى متى يا رب تنساني؟ إلى الانقضاء؟ حتى متى تصرف وجهك عني؟ إلى متى أردد هذه المشورات في نفسي، وهذه الأوجاع في قلبي النهار كله؟ إلى متى يرتفع عدوى علي؟ انظر واستجب لي يا ربي وإلهي. أنر عيني لئلا أنام نوم الموت، لئلا يقول عدوي: إني قد قويت عليه. الذين يحزنونني يتهللون إن أنا زللت. أما أنا فعلى رحمتك توكلت.  يبتهج قلبي.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A42E872C-6485-45E8-BEAB-0F8BECFD6217}"/>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بخلاصك. أسبح الرب المحسنَ إلي، وأرتل لاسم الرب العلي</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31747" name="TextBox 3">
            <a:extLst>
              <a:ext uri="{FF2B5EF4-FFF2-40B4-BE49-F238E27FC236}">
                <a16:creationId xmlns:a16="http://schemas.microsoft.com/office/drawing/2014/main" id="{C12D9E2E-0B69-4D39-946C-8B50C16EB38A}"/>
              </a:ext>
            </a:extLst>
          </p:cNvPr>
          <p:cNvSpPr txBox="1">
            <a:spLocks noChangeArrowheads="1"/>
          </p:cNvSpPr>
          <p:nvPr/>
        </p:nvSpPr>
        <p:spPr bwMode="auto">
          <a:xfrm>
            <a:off x="0" y="15700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277E1D27-A6BC-400F-A093-2C691EC179AF}"/>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03A8E2D0-C446-49C7-8FF6-E347CCCA764C}"/>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E41A6A46-612B-489D-97A7-E549292CDE3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(10) المزمور الرابع عشر</a:t>
            </a:r>
          </a:p>
        </p:txBody>
      </p:sp>
      <p:sp>
        <p:nvSpPr>
          <p:cNvPr id="32771" name="Content Placeholder 2">
            <a:extLst>
              <a:ext uri="{FF2B5EF4-FFF2-40B4-BE49-F238E27FC236}">
                <a16:creationId xmlns:a16="http://schemas.microsoft.com/office/drawing/2014/main" id="{9540535F-1D59-4F4E-97D1-54BFA71A3BA5}"/>
              </a:ext>
            </a:extLst>
          </p:cNvPr>
          <p:cNvSpPr>
            <a:spLocks noGrp="1"/>
          </p:cNvSpPr>
          <p:nvPr>
            <p:ph idx="4294967295"/>
          </p:nvPr>
        </p:nvSpPr>
        <p:spPr bwMode="auto">
          <a:xfrm>
            <a:off x="0" y="798830"/>
            <a:ext cx="9144000" cy="5509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400" b="1" dirty="0">
                <a:cs typeface="Times New Roman" panose="02020603050405020304" pitchFamily="18" charset="0"/>
              </a:rPr>
              <a:t>يا رب من يسكن في مسكنك، ومن يحل في جبل قدسك؟ السالك بلا عيب والفاعل البر، والمتكلم بالحق في قلبه، الذي لا يغش بلسانه، ولا يصنع بقريبه سوءا، ولا يقبل عارا على جيرانه. فاعل الشر مرذول أمامه، ويمجد الذين يتقون الرب. الذي يحلف لقريبه ولا يغدر به. ولا يعطى فضته بالربا، ولا يقبل الرشوة على الأبرياء. الذي يصنع هذا لا يتزعزع إلى الأبد.</a:t>
            </a:r>
            <a:r>
              <a:rPr lang="ar-EG" altLang="ar-EG" sz="4400" b="1" dirty="0">
                <a:cs typeface="Times New Roman" panose="02020603050405020304" pitchFamily="18" charset="0"/>
              </a:rPr>
              <a:t> </a:t>
            </a:r>
            <a:endParaRPr lang="ar-SA" altLang="ar-EG" sz="4400" b="1" dirty="0">
              <a:cs typeface="Times New Roman" panose="02020603050405020304" pitchFamily="18" charset="0"/>
            </a:endParaRPr>
          </a:p>
        </p:txBody>
      </p:sp>
      <p:sp>
        <p:nvSpPr>
          <p:cNvPr id="4" name="TextBox 3">
            <a:extLst>
              <a:ext uri="{FF2B5EF4-FFF2-40B4-BE49-F238E27FC236}">
                <a16:creationId xmlns:a16="http://schemas.microsoft.com/office/drawing/2014/main" id="{13A86ADC-BFA7-4E29-8389-FF9F8AD19314}"/>
              </a:ext>
            </a:extLst>
          </p:cNvPr>
          <p:cNvSpPr txBox="1">
            <a:spLocks noChangeArrowheads="1"/>
          </p:cNvSpPr>
          <p:nvPr/>
        </p:nvSpPr>
        <p:spPr bwMode="auto">
          <a:xfrm>
            <a:off x="3116580" y="5498088"/>
            <a:ext cx="1828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000" b="1" i="1" dirty="0">
                <a:solidFill>
                  <a:srgbClr val="FFC000"/>
                </a:solidFill>
                <a:cs typeface="Times New Roman" panose="02020603050405020304" pitchFamily="18" charset="0"/>
              </a:rPr>
              <a:t> هلليلويا</a:t>
            </a:r>
            <a:endParaRPr lang="en-US" altLang="ar-EG" sz="4000" b="1" i="1" dirty="0">
              <a:solidFill>
                <a:srgbClr val="FFC000"/>
              </a:solidFill>
              <a:cs typeface="Times New Roman" panose="02020603050405020304" pitchFamily="18" charset="0"/>
            </a:endParaRPr>
          </a:p>
        </p:txBody>
      </p:sp>
      <p:sp>
        <p:nvSpPr>
          <p:cNvPr id="5" name="Rectangle 4">
            <a:hlinkClick r:id="rId2" action="ppaction://hlinksldjump"/>
            <a:extLst>
              <a:ext uri="{FF2B5EF4-FFF2-40B4-BE49-F238E27FC236}">
                <a16:creationId xmlns:a16="http://schemas.microsoft.com/office/drawing/2014/main" id="{310DEAAC-5012-41E6-B81F-A9BFD4110A66}"/>
              </a:ext>
            </a:extLst>
          </p:cNvPr>
          <p:cNvSpPr/>
          <p:nvPr/>
        </p:nvSpPr>
        <p:spPr>
          <a:xfrm flipH="1">
            <a:off x="76200" y="6174224"/>
            <a:ext cx="1783080" cy="607576"/>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3600" b="1" dirty="0">
                <a:solidFill>
                  <a:srgbClr val="FFC000"/>
                </a:solidFill>
                <a:cs typeface="Times New Roman" pitchFamily="18" charset="0"/>
              </a:rPr>
              <a:t>انجيل باكر</a:t>
            </a:r>
            <a:endParaRPr lang="en-US" sz="36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8FBB080B-55DE-403A-AD78-2E3330A9927F}"/>
              </a:ext>
            </a:extLst>
          </p:cNvPr>
          <p:cNvSpPr/>
          <p:nvPr/>
        </p:nvSpPr>
        <p:spPr>
          <a:xfrm flipH="1">
            <a:off x="1973580" y="6172200"/>
            <a:ext cx="2057400" cy="607576"/>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3600" b="1" dirty="0">
                <a:solidFill>
                  <a:srgbClr val="FFC000"/>
                </a:solidFill>
                <a:cs typeface="Times New Roman" pitchFamily="18" charset="0"/>
              </a:rPr>
              <a:t>مزامير باكر</a:t>
            </a:r>
            <a:endParaRPr lang="en-US" sz="3600" b="1" dirty="0">
              <a:solidFill>
                <a:schemeClr val="bg1"/>
              </a:solidFill>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998A1870-DD6E-45D6-A167-09D5109DC6ED}"/>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(11) المزمور الخامس عشر</a:t>
            </a:r>
          </a:p>
        </p:txBody>
      </p:sp>
      <p:sp>
        <p:nvSpPr>
          <p:cNvPr id="33795" name="Content Placeholder 2">
            <a:extLst>
              <a:ext uri="{FF2B5EF4-FFF2-40B4-BE49-F238E27FC236}">
                <a16:creationId xmlns:a16="http://schemas.microsoft.com/office/drawing/2014/main" id="{0DCB169A-68F7-4FC1-B85A-CD497B9EDDB8}"/>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احفظني يا رب فإني عليك توكلت. قلت للرب: أنت ربي، ولا تحتاج إلى صلاحي. أظهر عجائبه لقديسيه الذين في أرضه، وصنع فيهم كل مشيئاته. كثرت أمراضهم الذين أسرعوا وراء آخر. لا أجمع مجامعهم من الدماء، ولا أذكر أسماءهم بشفتي. الرب هو نصيب ميراثي وكأسي. أنت الذي ترد إلى ميراثي. حبال المساحة وقعت لي في أرض خصبة، وإن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63CA3AF1-1D3F-4663-B522-F18DAB95C7C6}"/>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ميراثي لثابت لي. أبارك الرب الذي أفهمني. وأيضا إلى الليل تنذرني كليتاي. تقدمت فرأيت الرب أمامي في كل حين، لأنه عن يميني لكي لا أتزعزع. من أجل هذا فرح قلبي وتهلل لساني. وأيضا جسدي يسكن على الرجاء. لأنك لا تترك نفسي في الجحيم. ولا تدع قدوسك يرى فسادا. قد عرفتني سبل الحياة. تملأني فرحا مع وجهك. البهجة في يمينك إلى الانقضاء.</a:t>
            </a:r>
          </a:p>
        </p:txBody>
      </p:sp>
      <p:sp>
        <p:nvSpPr>
          <p:cNvPr id="34819" name="TextBox 3">
            <a:extLst>
              <a:ext uri="{FF2B5EF4-FFF2-40B4-BE49-F238E27FC236}">
                <a16:creationId xmlns:a16="http://schemas.microsoft.com/office/drawing/2014/main" id="{455F33E4-472C-4C3D-8BD4-1EC088523082}"/>
              </a:ext>
            </a:extLst>
          </p:cNvPr>
          <p:cNvSpPr txBox="1">
            <a:spLocks noChangeArrowheads="1"/>
          </p:cNvSpPr>
          <p:nvPr/>
        </p:nvSpPr>
        <p:spPr bwMode="auto">
          <a:xfrm>
            <a:off x="5562600" y="591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id="{B805E123-8B2E-4463-93ED-E7EEE36D014B}"/>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id="{ED0F49C9-EEE2-4A08-BD19-6A419CD2DA3F}"/>
              </a:ext>
            </a:extLst>
          </p:cNvPr>
          <p:cNvSpPr/>
          <p:nvPr/>
        </p:nvSpPr>
        <p:spPr>
          <a:xfrm flipH="1">
            <a:off x="24384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9722FD60-7CB8-410C-BE90-3DCB33D000D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(12) المزمور الثامن عشر</a:t>
            </a:r>
          </a:p>
        </p:txBody>
      </p:sp>
      <p:sp>
        <p:nvSpPr>
          <p:cNvPr id="35843" name="Content Placeholder 2">
            <a:extLst>
              <a:ext uri="{FF2B5EF4-FFF2-40B4-BE49-F238E27FC236}">
                <a16:creationId xmlns:a16="http://schemas.microsoft.com/office/drawing/2014/main" id="{ADC2CD80-E3C0-4375-AE59-1D96A3FE0B72}"/>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السموات تحدث بمجد الله، والفلك يخبر بعمل يديه. يوم إلى يوم يبدي قولا. وليل إلى ليل يظهر علما. لا قول ولا كلام. لا تسمع أصواتهم، في كل الأرض خرج منطقهم. وإلى أقصى المسكونة بلغت أقوالهم. جعل في الشمس مظلته. وهى مثل العريس الخارج من خدره. تتهلل مثل الجبار الذي يسرع في طريقه. من أقصى السماء خروجها، ومنتهاها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804F63B6-0E65-4055-BB3F-5393F37DD418}"/>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إلى أقصى السماء ولا شيء يختفي من حرارتها.</a:t>
            </a:r>
            <a:r>
              <a:rPr lang="ar-EG" altLang="ar-EG" sz="4800" b="1">
                <a:cs typeface="Times New Roman" panose="02020603050405020304" pitchFamily="18" charset="0"/>
              </a:rPr>
              <a:t> </a:t>
            </a:r>
            <a:r>
              <a:rPr lang="ar-SA" altLang="ar-EG" sz="4800" b="1">
                <a:cs typeface="Times New Roman" panose="02020603050405020304" pitchFamily="18" charset="0"/>
              </a:rPr>
              <a:t>ناموس الرب بلا عيب، يرد النفوس. شهادة الرب صادقة، تعلم الأطفال. فرائض الرب مستقيمة، تفرح القلب. وصية الرب مضيئة، تنير العينين عن بعد. خشية الرب زكية، دائمة إلى أبد الأبد. أحكام الرب أحكام حق وعادلة معا. شهوة قلبه مختارة. أفضل من الذهب والحجر الكثير الثمن، وأحلى من العسل والشهد. عبدك يحفظها، وفى حفظها ثواب</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E7AC5657-EA9B-4D8D-B65E-AC01E3FF97AE}"/>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عظيم. الهفوات من يشعر بها؟ من الخطايا المستترة يا رب طهرني، ومن الغرباء احفظ عبدك حتى لا يتسلطوا على، فحينئذ أكون بلا عيب، وأتنقى من خطية عظيمة. وتكون جميع أقوال فمي وفكر قلبي مرضية أمامك في كل حين. يا رب أنت معيني ومخلصي.</a:t>
            </a:r>
          </a:p>
        </p:txBody>
      </p:sp>
      <p:sp>
        <p:nvSpPr>
          <p:cNvPr id="37891" name="TextBox 3">
            <a:extLst>
              <a:ext uri="{FF2B5EF4-FFF2-40B4-BE49-F238E27FC236}">
                <a16:creationId xmlns:a16="http://schemas.microsoft.com/office/drawing/2014/main" id="{0B64285B-C919-492A-9B7B-59D39DF38908}"/>
              </a:ext>
            </a:extLst>
          </p:cNvPr>
          <p:cNvSpPr txBox="1">
            <a:spLocks noChangeArrowheads="1"/>
          </p:cNvSpPr>
          <p:nvPr/>
        </p:nvSpPr>
        <p:spPr bwMode="auto">
          <a:xfrm>
            <a:off x="0" y="452437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27DD499C-B0E5-4B3B-A101-30A1087424A2}"/>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C4EE1200-FBAA-4403-8BBF-C00A625D4DB9}"/>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463ABBEC-7ABB-48E0-A6B9-29C763B63069}"/>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(13) المزمور الرابع والعشرون</a:t>
            </a:r>
          </a:p>
        </p:txBody>
      </p:sp>
      <p:sp>
        <p:nvSpPr>
          <p:cNvPr id="38915" name="Content Placeholder 2">
            <a:extLst>
              <a:ext uri="{FF2B5EF4-FFF2-40B4-BE49-F238E27FC236}">
                <a16:creationId xmlns:a16="http://schemas.microsoft.com/office/drawing/2014/main" id="{6C8AA15E-0735-478B-AB3E-D78C327C673B}"/>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إليك يا رب رفعت نفسي، يا إلهي عليك توكلت. فلا تخزني إلى الأبد، ولا تشْمت بي أعدائي. لأن جميع الذين ينتظرونك لا يخزون. ليخز الذين يصنعون الإثم باطلا. أظهر لي يا رب طرقك، وعلمني سبلك. اهدني إلى عدلك وعلمني. لأنك أنت هو الله مخلصي، وإياك انتظرت النهار كله. اذكر يا رب رأفاتك ومراحمك، لأنها ثابتة منذ الأزل. خطايا شبابي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B03868E3-43ED-40B7-ACA0-68BB7347862F}"/>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وجهالاتي لا تذكر. كرحمتك اذكرني أنت من أجل صلاحك يا رب</a:t>
            </a:r>
            <a:r>
              <a:rPr lang="ar-EG" altLang="ar-EG" sz="4800" b="1">
                <a:cs typeface="Times New Roman" panose="02020603050405020304" pitchFamily="18" charset="0"/>
              </a:rPr>
              <a:t>. الرب ص</a:t>
            </a:r>
            <a:r>
              <a:rPr lang="ar-SA" altLang="ar-EG" sz="4800" b="1">
                <a:cs typeface="Times New Roman" panose="02020603050405020304" pitchFamily="18" charset="0"/>
              </a:rPr>
              <a:t>الح ومستقيم، لذلك يرشد الذين يخطئون في الطريق. يهدى الودعاء في الحكم، يعلم الودعاء طرقه. جميع طرق الرب رحمة وحق لحافظي عهده وشهاداته. من أجل اسمك يا رب اغفر لي خطيتي لأنها كثيرة. من هو الإنسان الخائف الرب، يرشده في الطريق التي ارتضاها. نفسه في الخيرات تثبت، ونسله يرث الأرض. الرب</a:t>
            </a:r>
            <a:br>
              <a:rPr lang="en-US"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4590D641-41B6-4042-9F49-564CEE87B76F}"/>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عز لخائفيه، واسم الرب لأتقيائه. ولهم يعلن عهده. عيناي تنظران إلى الرب في كل حين، لأنه يجتذب من الفخ رجلي.</a:t>
            </a:r>
            <a:r>
              <a:rPr lang="en-US" altLang="ar-EG" sz="4800" b="1">
                <a:cs typeface="Times New Roman" panose="02020603050405020304" pitchFamily="18" charset="0"/>
              </a:rPr>
              <a:t> </a:t>
            </a:r>
            <a:r>
              <a:rPr lang="ar-SA" altLang="ar-EG" sz="4800" b="1">
                <a:cs typeface="Times New Roman" panose="02020603050405020304" pitchFamily="18" charset="0"/>
              </a:rPr>
              <a:t>انظر إلى وارحمني، لأني ابن وحيد وفقير أنا. أحزان قلبي قد كثرت، أخرجني من شدائدي. انظر إلى ذلي وتعبي. واغفر لي جميع خطاياي. انظر إلى أعدائي فإنهم قد كثروا وأبغضوني ظلما. احفظ نفسي ونجني، لا أخزى لأني عليك توكلت. الذين لا شر فيهم والمستقيمون لصقوا بي،</a:t>
            </a:r>
            <a:br>
              <a:rPr lang="en-US"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899A4F95-1751-4E92-887A-9641A5A4E019}"/>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لأني انتظرتك يا رب. يا الله أنقذ إسرائيل من جميع شدائده.</a:t>
            </a:r>
          </a:p>
        </p:txBody>
      </p:sp>
      <p:sp>
        <p:nvSpPr>
          <p:cNvPr id="41987" name="TextBox 3">
            <a:extLst>
              <a:ext uri="{FF2B5EF4-FFF2-40B4-BE49-F238E27FC236}">
                <a16:creationId xmlns:a16="http://schemas.microsoft.com/office/drawing/2014/main" id="{980F618B-A4E3-4E07-A1D6-C587518BADCD}"/>
              </a:ext>
            </a:extLst>
          </p:cNvPr>
          <p:cNvSpPr txBox="1">
            <a:spLocks noChangeArrowheads="1"/>
          </p:cNvSpPr>
          <p:nvPr/>
        </p:nvSpPr>
        <p:spPr bwMode="auto">
          <a:xfrm>
            <a:off x="0" y="15700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63E1F634-2358-46F9-8A8D-D07CB6B722FD}"/>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717BE176-F25A-41DF-8B84-C1E30F4C215F}"/>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21243BFE-9DCF-4D87-95FC-23BDC88B0E0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(14) المزمور السادس والعشرون</a:t>
            </a:r>
          </a:p>
        </p:txBody>
      </p:sp>
      <p:sp>
        <p:nvSpPr>
          <p:cNvPr id="43011" name="Content Placeholder 2">
            <a:extLst>
              <a:ext uri="{FF2B5EF4-FFF2-40B4-BE49-F238E27FC236}">
                <a16:creationId xmlns:a16="http://schemas.microsoft.com/office/drawing/2014/main" id="{D341DF35-FB32-41D7-8D77-2CD6C6908ADF}"/>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نوري وخلاصي ممن أخاف؟! الرب حصن حياتي ممن أجزع؟! عندما يقترب الأشرار منى ليأكلوا لحمي، مضايقي وأعدائي عثروا وسقطوا. إن يحاربني جيش فلن يخاف قلبي. وإن قام على قتال ففي هذا أنا أطمئن. واحدة سألت من الرب وإياها ألتمس. أن أسكن في بيت الرب كلَّ أيام حياتي. لكي أنظر نعيم الرب، وأتفرس في هيكله المقدس. لأنه أخفاني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F43BC53D-7380-42B0-BDC7-EEC9713EF7E9}"/>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في خيمته. في يوم شدتي، سترني بستر مظلته. وعلى صخرة رفعني. والآن هوذا قد رفع رأسي على أعدائي. طفت وذبحت في مظلته ذبيحة التهليل، أسبح وأرتل للرب.</a:t>
            </a:r>
            <a:r>
              <a:rPr lang="ar-EG" altLang="ar-EG" sz="4800" b="1">
                <a:cs typeface="Times New Roman" panose="02020603050405020304" pitchFamily="18" charset="0"/>
              </a:rPr>
              <a:t> استمع يا رب صوتي الذي به دعوتك. ارحمني واستجب لي فإنه لك قال قلبي: طلبت وجهك، ووجهك يا رب ألتمس. لا تحجب وجهك عنى، ولا تنبذ بغضبك عبدك. كن لي معينا، لا تخذلني ولا ترفضني يا الله مخلصي. فإن أبى وأمي قد</a:t>
            </a:r>
            <a:br>
              <a:rPr lang="ar-EG" altLang="ar-EG" sz="4800" b="1">
                <a:cs typeface="Times New Roman" panose="02020603050405020304" pitchFamily="18" charset="0"/>
              </a:rPr>
            </a:br>
            <a:endParaRPr lang="ar-EG" altLang="ar-EG" sz="4800" b="1">
              <a:cs typeface="Times New Roman" panose="02020603050405020304" pitchFamily="18"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EC1A576A-DA2D-414D-AC56-20879B4C4AC3}"/>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تركاني، وأما الرب فقبلني. علمني يا رب</a:t>
            </a:r>
            <a:r>
              <a:rPr lang="ar-EG" altLang="ar-EG" sz="4800" b="1">
                <a:cs typeface="Times New Roman" panose="02020603050405020304" pitchFamily="18" charset="0"/>
              </a:rPr>
              <a:t> </a:t>
            </a:r>
            <a:r>
              <a:rPr lang="ar-SA" altLang="ar-EG" sz="4800" b="1">
                <a:cs typeface="Times New Roman" panose="02020603050405020304" pitchFamily="18" charset="0"/>
              </a:rPr>
              <a:t>طريقك، واهدني في سبيل مستقيم من أجل</a:t>
            </a:r>
            <a:r>
              <a:rPr lang="ar-EG" altLang="ar-EG" sz="4800" b="1">
                <a:cs typeface="Times New Roman" panose="02020603050405020304" pitchFamily="18" charset="0"/>
              </a:rPr>
              <a:t> </a:t>
            </a:r>
            <a:r>
              <a:rPr lang="ar-SA" altLang="ar-EG" sz="4800" b="1">
                <a:cs typeface="Times New Roman" panose="02020603050405020304" pitchFamily="18" charset="0"/>
              </a:rPr>
              <a:t>أعدائي. لا تسلمني إلى أيدي مضايقي، لأنه قد قام على شهود زور، وكذبوا علي ظلما. وأنا أؤمن أنى أعاين خيرات الرب في أرض الأحياء. انتظر الربّ، تقوَّ وليتشدد قلبك وانتظر الرب.</a:t>
            </a:r>
          </a:p>
        </p:txBody>
      </p:sp>
      <p:sp>
        <p:nvSpPr>
          <p:cNvPr id="45059" name="TextBox 3">
            <a:extLst>
              <a:ext uri="{FF2B5EF4-FFF2-40B4-BE49-F238E27FC236}">
                <a16:creationId xmlns:a16="http://schemas.microsoft.com/office/drawing/2014/main" id="{0BDC3086-831E-4255-9299-66E466B10813}"/>
              </a:ext>
            </a:extLst>
          </p:cNvPr>
          <p:cNvSpPr txBox="1">
            <a:spLocks noChangeArrowheads="1"/>
          </p:cNvSpPr>
          <p:nvPr/>
        </p:nvSpPr>
        <p:spPr bwMode="auto">
          <a:xfrm>
            <a:off x="0" y="52625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6C6394A7-EF5C-4310-9BE8-A813D43E86CD}"/>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5EC0C32B-0935-4E9E-BD6B-72C884FBF1B5}"/>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FE7F9310-0EC2-4B24-91E0-FB43C505FA17}"/>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(15) المزمور الثاني والستون</a:t>
            </a:r>
          </a:p>
        </p:txBody>
      </p:sp>
      <p:sp>
        <p:nvSpPr>
          <p:cNvPr id="46083" name="Content Placeholder 2">
            <a:extLst>
              <a:ext uri="{FF2B5EF4-FFF2-40B4-BE49-F238E27FC236}">
                <a16:creationId xmlns:a16="http://schemas.microsoft.com/office/drawing/2014/main" id="{F33E7E6A-E260-4151-96F0-C6BB683BAE40}"/>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الله إلهي إليك أبكر، عطشت إليك نفسي. يشتاق إليك جسدي، في أرض مقفرة وموضع غير مسلوك ومكان بلا ماء. هكذا ظهرت لك في القدس، لأرى قوّتك ومجدك. لان رحمتك أفضل من الحياة. شفتاي تسبحانِك. لذلك أباركك في حياتي، وباسمك أرفع يدي. فتشبع نفسي كما من شحم ودسم. بشفاه الابتهاج نبارك اسمك. كنت أذكرك على فراشي، وف</a:t>
            </a:r>
            <a:r>
              <a:rPr lang="ar-EG" altLang="ar-EG" sz="4800" b="1">
                <a:cs typeface="Times New Roman" panose="02020603050405020304" pitchFamily="18" charset="0"/>
              </a:rPr>
              <a:t>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a:extLst>
              <a:ext uri="{FF2B5EF4-FFF2-40B4-BE49-F238E27FC236}">
                <a16:creationId xmlns:a16="http://schemas.microsoft.com/office/drawing/2014/main" id="{A9A6D96B-ABE7-4923-8257-47B9F07BA1E2}"/>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أوقات الأسحار كنت أرتل لك. لأنك صرت لي عونا، وبظل جناحيك أبتهج. التحقت نفسي وراءك، ويمينك عضدتني. أما الذين طلبوا نفسي للهلاك، فيدخلون في أسافل الأرض. ويُدفعون إلى يد السيف، ويكونون أنصبة للثعالب. أما الملك فيفرح بالله، ويفتخر كل من يحلف به. لأن أفواه المتكلمين بالظلم تُسَدُّ.</a:t>
            </a:r>
          </a:p>
        </p:txBody>
      </p:sp>
      <p:sp>
        <p:nvSpPr>
          <p:cNvPr id="47107" name="TextBox 3">
            <a:extLst>
              <a:ext uri="{FF2B5EF4-FFF2-40B4-BE49-F238E27FC236}">
                <a16:creationId xmlns:a16="http://schemas.microsoft.com/office/drawing/2014/main" id="{8A5B49B9-0B41-4A87-BD09-F9D6B930E091}"/>
              </a:ext>
            </a:extLst>
          </p:cNvPr>
          <p:cNvSpPr txBox="1">
            <a:spLocks noChangeArrowheads="1"/>
          </p:cNvSpPr>
          <p:nvPr/>
        </p:nvSpPr>
        <p:spPr bwMode="auto">
          <a:xfrm>
            <a:off x="0" y="526415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390C313A-C60E-4CB7-B0DC-0715BA3DEB0A}"/>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DF80C5C0-9964-481F-95F7-A2112438B133}"/>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547DE60B-A869-4118-AC1B-5325C3A1E61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(16) المزمور السادس والستون</a:t>
            </a:r>
          </a:p>
        </p:txBody>
      </p:sp>
      <p:sp>
        <p:nvSpPr>
          <p:cNvPr id="48131" name="Content Placeholder 2">
            <a:extLst>
              <a:ext uri="{FF2B5EF4-FFF2-40B4-BE49-F238E27FC236}">
                <a16:creationId xmlns:a16="http://schemas.microsoft.com/office/drawing/2014/main" id="{BA0D9CBE-2F86-4916-B555-F092E1B25B85}"/>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ليتراءف الله علينا ويباركنا، وليظهر وجهه علينا ويرحمنا. لتعرَف في الأرض طريقك، وفى جميع الأمم خلاصك. فلتعترف لك الشعوب يا الله، فلتعترف لك الشعوب كلها. لتفرح الأمم وتبتهج، لأنك تحكم في الشعوب بالاستقامة، وتهدى الأمم في الأرض. فلتعترف لك الشعوب يا الله، فلتعترف لك الشعوب جميعا. الأرض أعطت ثمرتها، فليباركنا الله إلهنا. ليباركنا الله،</a:t>
            </a:r>
            <a:br>
              <a:rPr lang="ar-EG" altLang="ar-EG" sz="4800" b="1">
                <a:cs typeface="Times New Roman" panose="02020603050405020304" pitchFamily="18" charset="0"/>
              </a:rPr>
            </a:br>
            <a:r>
              <a:rPr lang="ar-SA" altLang="ar-EG" sz="4800" b="1">
                <a:cs typeface="Times New Roman" panose="02020603050405020304" pitchFamily="18" charset="0"/>
              </a:rPr>
              <a:t> </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26CE57F0-A63A-43C9-AED1-DBFDDDDE8E1C}"/>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فلتخشه جميع أقطار الأرض.</a:t>
            </a:r>
          </a:p>
        </p:txBody>
      </p:sp>
      <p:sp>
        <p:nvSpPr>
          <p:cNvPr id="49155" name="TextBox 3">
            <a:extLst>
              <a:ext uri="{FF2B5EF4-FFF2-40B4-BE49-F238E27FC236}">
                <a16:creationId xmlns:a16="http://schemas.microsoft.com/office/drawing/2014/main" id="{D95A6E69-468F-4A03-87F4-A68EFB8818A9}"/>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EF26918A-6D6B-43B1-86FD-19B1F52D2560}"/>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56331019-27D8-48F7-A610-D0F8C641B8BD}"/>
              </a:ext>
            </a:extLst>
          </p:cNvPr>
          <p:cNvSpPr/>
          <p:nvPr/>
        </p:nvSpPr>
        <p:spPr>
          <a:xfrm flipH="1">
            <a:off x="24384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09428F6F-46B6-4E90-A02F-0E1F75E288E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(17) المزمور التاسع والستون</a:t>
            </a:r>
          </a:p>
        </p:txBody>
      </p:sp>
      <p:sp>
        <p:nvSpPr>
          <p:cNvPr id="50179" name="Content Placeholder 2">
            <a:extLst>
              <a:ext uri="{FF2B5EF4-FFF2-40B4-BE49-F238E27FC236}">
                <a16:creationId xmlns:a16="http://schemas.microsoft.com/office/drawing/2014/main" id="{8ED1D396-28EA-4CA5-9276-43E95AB199C9}"/>
              </a:ext>
            </a:extLst>
          </p:cNvPr>
          <p:cNvSpPr>
            <a:spLocks noGrp="1"/>
          </p:cNvSpPr>
          <p:nvPr>
            <p:ph idx="4294967295"/>
          </p:nvPr>
        </p:nvSpPr>
        <p:spPr bwMode="auto">
          <a:xfrm>
            <a:off x="0" y="819150"/>
            <a:ext cx="9144000" cy="575542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600" b="1" dirty="0">
                <a:cs typeface="Times New Roman" panose="02020603050405020304" pitchFamily="18" charset="0"/>
              </a:rPr>
              <a:t>اللهم التفت إلى معونتي، يا رب أسرع وأعنى. ليَخزَ ويخجل طالبو نفسي، وليرتد إلى خلف ويخجل الذين يبتغون لي الشر. وليرجع بالخزي سريعا القائلون لي: نِعِمَّا نِعِمَّا. وليبتهج ويفرح بك جميع الذين يلتمسونك، وليقل في كل حين محبو خلاصك: فليتعظم الرب. وأما أنا فمسكين وفقير، اللهم أعنى. أنت معيني ومخلصي يا رب فلا تبطئ.</a:t>
            </a:r>
          </a:p>
        </p:txBody>
      </p:sp>
      <p:sp>
        <p:nvSpPr>
          <p:cNvPr id="50180" name="TextBox 3">
            <a:extLst>
              <a:ext uri="{FF2B5EF4-FFF2-40B4-BE49-F238E27FC236}">
                <a16:creationId xmlns:a16="http://schemas.microsoft.com/office/drawing/2014/main" id="{16A1BBF6-E70F-4338-9E26-FB81A76DC2E9}"/>
              </a:ext>
            </a:extLst>
          </p:cNvPr>
          <p:cNvSpPr txBox="1">
            <a:spLocks noChangeArrowheads="1"/>
          </p:cNvSpPr>
          <p:nvPr/>
        </p:nvSpPr>
        <p:spPr bwMode="auto">
          <a:xfrm>
            <a:off x="5410200" y="5847924"/>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dirty="0">
                <a:solidFill>
                  <a:srgbClr val="FFC000"/>
                </a:solidFill>
                <a:cs typeface="Times New Roman" panose="02020603050405020304" pitchFamily="18" charset="0"/>
              </a:rPr>
              <a:t> هلليلويا</a:t>
            </a:r>
            <a:endParaRPr lang="en-US" altLang="ar-EG" sz="4800" b="1" i="1" dirty="0">
              <a:solidFill>
                <a:srgbClr val="FFC000"/>
              </a:solidFill>
              <a:cs typeface="Times New Roman" panose="02020603050405020304" pitchFamily="18" charset="0"/>
            </a:endParaRPr>
          </a:p>
        </p:txBody>
      </p:sp>
      <p:sp>
        <p:nvSpPr>
          <p:cNvPr id="5" name="Rectangle 4">
            <a:hlinkClick r:id="rId2" action="ppaction://hlinksldjump"/>
            <a:extLst>
              <a:ext uri="{FF2B5EF4-FFF2-40B4-BE49-F238E27FC236}">
                <a16:creationId xmlns:a16="http://schemas.microsoft.com/office/drawing/2014/main" id="{FF92504A-38A1-45B1-A498-6595A8743353}"/>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0F282D36-0920-4D69-81B3-74C746A6907E}"/>
              </a:ext>
            </a:extLst>
          </p:cNvPr>
          <p:cNvSpPr/>
          <p:nvPr/>
        </p:nvSpPr>
        <p:spPr>
          <a:xfrm flipH="1">
            <a:off x="24384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B644FA19-A02F-4A5C-A579-496DDD8F5B4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(18) المزمور المائة والثاني عشر</a:t>
            </a:r>
          </a:p>
        </p:txBody>
      </p:sp>
      <p:sp>
        <p:nvSpPr>
          <p:cNvPr id="51203" name="Content Placeholder 2">
            <a:extLst>
              <a:ext uri="{FF2B5EF4-FFF2-40B4-BE49-F238E27FC236}">
                <a16:creationId xmlns:a16="http://schemas.microsoft.com/office/drawing/2014/main" id="{64BE4EE7-5EFF-4578-872E-2EED09F15048}"/>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أيها الفتيان، سبحوا اسم الرب. ليكن اسم الرب مباركا من الآن وإلى الأبد. من مشارق الشمس إلى مغاربها باركوا اسم الرب. الرب عالٍ على كل الأمم، فوق السموات مجده. من مثل الرب إلهنا؟!‍ الساكن في الأعالي، الناظِر إلى المتواضعين في السماء وعلى الأرض. المقيم المسكين من التراب، الرافع البائس من المِزْبَلة لكي يُجلسه مع رؤساء</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69831C80-90D6-4189-BE23-EA27EA49DA8A}"/>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شعبه. الذي يجعل العاقرَ ساكنة في بيت، أم أولادٍ فرحة.</a:t>
            </a:r>
          </a:p>
        </p:txBody>
      </p:sp>
      <p:sp>
        <p:nvSpPr>
          <p:cNvPr id="52227" name="TextBox 3">
            <a:extLst>
              <a:ext uri="{FF2B5EF4-FFF2-40B4-BE49-F238E27FC236}">
                <a16:creationId xmlns:a16="http://schemas.microsoft.com/office/drawing/2014/main" id="{3D2846C9-249D-435A-A354-999CF0D493EF}"/>
              </a:ext>
            </a:extLst>
          </p:cNvPr>
          <p:cNvSpPr txBox="1">
            <a:spLocks noChangeArrowheads="1"/>
          </p:cNvSpPr>
          <p:nvPr/>
        </p:nvSpPr>
        <p:spPr bwMode="auto">
          <a:xfrm>
            <a:off x="0" y="15700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94A07B00-A438-4D7C-99C4-E4121D2C070F}"/>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BA6D6FCD-E3E0-49F1-8D03-A6F888FB4B37}"/>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CE85FB34-D7C9-4645-A0C7-D070F813980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(19) المزمور المائة والثاني والأربعون</a:t>
            </a:r>
          </a:p>
        </p:txBody>
      </p:sp>
      <p:sp>
        <p:nvSpPr>
          <p:cNvPr id="53251" name="Content Placeholder 2">
            <a:extLst>
              <a:ext uri="{FF2B5EF4-FFF2-40B4-BE49-F238E27FC236}">
                <a16:creationId xmlns:a16="http://schemas.microsoft.com/office/drawing/2014/main" id="{1AAE3B80-3F9B-46DE-8C1D-36BD3810978C}"/>
              </a:ext>
            </a:extLst>
          </p:cNvPr>
          <p:cNvSpPr>
            <a:spLocks noGrp="1"/>
          </p:cNvSpPr>
          <p:nvPr>
            <p:ph idx="4294967295"/>
          </p:nvPr>
        </p:nvSpPr>
        <p:spPr bwMode="auto">
          <a:xfrm>
            <a:off x="0" y="873125"/>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يا رب اسمع صلاتي. أنصت إلى طلبتي بحقك. استجب لي بعدلك. ولا تدخل في المحاكمة مع عبدك، فإنه لن يتزكى قدامك كل حي. لأن العدو قد اضطهد نفسي، وأذل في الأرض حياتي. أجلسَني في الظلمات مثل الموتى منذ الدهر، أضجر في روحي، اضطرب في قلبي. تذكرت الأيام الأولى ولهجت في كل أعمالك، وفى صنائع يديك كنت أتأمل. بسطت إليك يدي،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3A83A4C4-38FD-455A-8B82-BEF643D46DF1}"/>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صارت نفسي لك مثل أرض بلا ماء.</a:t>
            </a:r>
            <a:r>
              <a:rPr lang="ar-EG" altLang="ar-EG" sz="4800" b="1">
                <a:cs typeface="Times New Roman" panose="02020603050405020304" pitchFamily="18" charset="0"/>
              </a:rPr>
              <a:t> </a:t>
            </a:r>
            <a:r>
              <a:rPr lang="ar-SA" altLang="ar-EG" sz="4800" b="1">
                <a:cs typeface="Times New Roman" panose="02020603050405020304" pitchFamily="18" charset="0"/>
              </a:rPr>
              <a:t>استجب لي يا رب عاجلا، فقد فنيت روحي. لا تحجب وجهك عني، فأشابه الهابطين في الجب. فلأسمع في الغدوات رحمتك، فإني عليك توكلت. عرفني يا رب الطريق التي أسلك فيها، لأني إليك رفعت نفسي. أنقذني من أعدائي يا رب، فإني لجأت إليك. علمني أن أصنع مشيئتك، لأنك أنت هو إلهي. روحك القدوس فليهدني إلى الاستقامة، من أجل اسمك يا رب</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12EC296C-E38A-49C0-8C1D-2CE67A9C3A6F}"/>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تحييني. بحقك تخرج من الشدة نفسي، وبرحمتك تستأصل أعدائي. وتهلك جميع مضايقي نفسي، لأني أنا هو عبدك أنا.</a:t>
            </a:r>
          </a:p>
        </p:txBody>
      </p:sp>
      <p:sp>
        <p:nvSpPr>
          <p:cNvPr id="55299" name="TextBox 3">
            <a:extLst>
              <a:ext uri="{FF2B5EF4-FFF2-40B4-BE49-F238E27FC236}">
                <a16:creationId xmlns:a16="http://schemas.microsoft.com/office/drawing/2014/main" id="{DB88E9CE-0A75-48FD-9F4F-97BA7F26366C}"/>
              </a:ext>
            </a:extLst>
          </p:cNvPr>
          <p:cNvSpPr txBox="1">
            <a:spLocks noChangeArrowheads="1"/>
          </p:cNvSpPr>
          <p:nvPr/>
        </p:nvSpPr>
        <p:spPr bwMode="auto">
          <a:xfrm>
            <a:off x="0" y="230822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9" name="Rectangle 8">
            <a:hlinkClick r:id="rId2" action="ppaction://hlinksldjump"/>
            <a:extLst>
              <a:ext uri="{FF2B5EF4-FFF2-40B4-BE49-F238E27FC236}">
                <a16:creationId xmlns:a16="http://schemas.microsoft.com/office/drawing/2014/main" id="{EE836102-A768-48BC-A481-D10EEC22D8C6}"/>
              </a:ext>
            </a:extLst>
          </p:cNvPr>
          <p:cNvSpPr/>
          <p:nvPr/>
        </p:nvSpPr>
        <p:spPr>
          <a:xfrm flipH="1">
            <a:off x="76200" y="6093976"/>
            <a:ext cx="2286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انجيل باكر</a:t>
            </a:r>
            <a:endParaRPr lang="en-US" sz="4000" b="1" dirty="0">
              <a:solidFill>
                <a:schemeClr val="bg1"/>
              </a:solidFill>
            </a:endParaRPr>
          </a:p>
        </p:txBody>
      </p:sp>
      <p:sp>
        <p:nvSpPr>
          <p:cNvPr id="6" name="Rectangle 5">
            <a:hlinkClick r:id="rId3" action="ppaction://hlinksldjump"/>
            <a:extLst>
              <a:ext uri="{FF2B5EF4-FFF2-40B4-BE49-F238E27FC236}">
                <a16:creationId xmlns:a16="http://schemas.microsoft.com/office/drawing/2014/main" id="{FF50307A-8747-4698-83B5-2F9DEB4A53EB}"/>
              </a:ext>
            </a:extLst>
          </p:cNvPr>
          <p:cNvSpPr/>
          <p:nvPr/>
        </p:nvSpPr>
        <p:spPr>
          <a:xfrm flipH="1">
            <a:off x="6477000" y="6093976"/>
            <a:ext cx="25908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باكر</a:t>
            </a:r>
            <a:endParaRPr lang="en-US" sz="4000" b="1" dirty="0">
              <a:solidFill>
                <a:schemeClr val="bg1"/>
              </a:solidFill>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1B51989D-FF7E-4A4A-B228-EB8528BC7CAA}"/>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إنجيل باكر (إنجيل يوحنا 1: 1ـ17)</a:t>
            </a:r>
            <a:endParaRPr lang="en-US" altLang="ar-EG" sz="4800"/>
          </a:p>
        </p:txBody>
      </p:sp>
      <p:sp>
        <p:nvSpPr>
          <p:cNvPr id="56323" name="Content Placeholder 2">
            <a:extLst>
              <a:ext uri="{FF2B5EF4-FFF2-40B4-BE49-F238E27FC236}">
                <a16:creationId xmlns:a16="http://schemas.microsoft.com/office/drawing/2014/main" id="{8C113A35-D1B0-464E-9016-30BB41D474A1}"/>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في البدء كان الكلمة، والكلمة كان عندَ الله. وكان الكلمة الله، هذا كان في البدء عند الله. كل شيء به كان، وبغيره لم يكن شيء مما كان. فيه كانت الحياة، والحياة كانت نورَ الناس، والنور أضاء في الظلمة، والظلمة لم تدركه.</a:t>
            </a:r>
            <a:r>
              <a:rPr lang="ar-EG" altLang="ar-EG" sz="4800" b="1">
                <a:cs typeface="Times New Roman" panose="02020603050405020304" pitchFamily="18" charset="0"/>
              </a:rPr>
              <a:t> </a:t>
            </a:r>
            <a:r>
              <a:rPr lang="ar-SA" altLang="ar-EG" sz="4800" b="1">
                <a:cs typeface="Times New Roman" panose="02020603050405020304" pitchFamily="18" charset="0"/>
              </a:rPr>
              <a:t>كان إنسان مرسل من الله اسمه يوحنا، هذا جاء للشهادة ليشهد للنور ليؤمن الكل بواسطته. لم يكن هو النور بل ليشهد للنور، كان النورُ</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a:extLst>
              <a:ext uri="{FF2B5EF4-FFF2-40B4-BE49-F238E27FC236}">
                <a16:creationId xmlns:a16="http://schemas.microsoft.com/office/drawing/2014/main" id="{FB0986B4-E967-47F9-8BFA-03527838EE0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الحقيقي الذي ينير كل إنسان آتيا إلى العالم. كان في العالم، وكُوِّنَ العالم به، ولم يعرفه العالم. إلى خاصته جاء، وخاصته لم تقبله. وأما الذين قبلوه فأعطاهم سلطانًا أن يصيروا أبناء الله، الذين يؤمنون باسمه، الذين ولدوا ليس من دم، ولا من مشيئة جسد، ولا من مشيئة رجل، لكن من الله ولدوا.</a:t>
            </a:r>
            <a:r>
              <a:rPr lang="ar-EG" altLang="ar-EG" sz="4800" b="1">
                <a:cs typeface="Times New Roman" panose="02020603050405020304" pitchFamily="18" charset="0"/>
              </a:rPr>
              <a:t> </a:t>
            </a:r>
            <a:r>
              <a:rPr lang="ar-SA" altLang="ar-EG" sz="4800" b="1">
                <a:cs typeface="Times New Roman" panose="02020603050405020304" pitchFamily="18" charset="0"/>
              </a:rPr>
              <a:t>والكلمة صار جسدًا وحل بيننا ورأينا مجده مثل مجد ابن وحيد لأبيه مملوءًا نعمة وحقًا. يوحنا شهد له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a:extLst>
              <a:ext uri="{FF2B5EF4-FFF2-40B4-BE49-F238E27FC236}">
                <a16:creationId xmlns:a16="http://schemas.microsoft.com/office/drawing/2014/main" id="{C4B67D26-E668-4EAC-94EC-48C1C60B8146}"/>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وصرخ قائلًا: هذا هو الذي قلت عنه إن الذي يأتي بعدى كان قبلي، لأنه كان أقدم منى. ونحن جميعا أخذنا من ملئه، ونعمة عوضًا عن نعمة. لأن الناموس بموسى أعطى. أما النعمة والحق فبيسوع المسيح صارا.</a:t>
            </a:r>
          </a:p>
        </p:txBody>
      </p:sp>
      <p:sp>
        <p:nvSpPr>
          <p:cNvPr id="58371" name="TextBox 3">
            <a:extLst>
              <a:ext uri="{FF2B5EF4-FFF2-40B4-BE49-F238E27FC236}">
                <a16:creationId xmlns:a16="http://schemas.microsoft.com/office/drawing/2014/main" id="{95448BA3-EBAD-4461-9A02-CC581BCFF298}"/>
              </a:ext>
            </a:extLst>
          </p:cNvPr>
          <p:cNvSpPr txBox="1">
            <a:spLocks noChangeArrowheads="1"/>
          </p:cNvSpPr>
          <p:nvPr/>
        </p:nvSpPr>
        <p:spPr bwMode="auto">
          <a:xfrm>
            <a:off x="0" y="3786188"/>
            <a:ext cx="3429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4BF9FF46-4128-4035-9987-87DF44CBDAD9}"/>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باكر</a:t>
            </a:r>
            <a:endParaRPr lang="en-US" altLang="ar-EG" sz="4800"/>
          </a:p>
        </p:txBody>
      </p:sp>
      <p:sp>
        <p:nvSpPr>
          <p:cNvPr id="59395" name="Content Placeholder 2">
            <a:extLst>
              <a:ext uri="{FF2B5EF4-FFF2-40B4-BE49-F238E27FC236}">
                <a16:creationId xmlns:a16="http://schemas.microsoft.com/office/drawing/2014/main" id="{B182EAEC-E960-4C49-953E-A93E406D78E6}"/>
              </a:ext>
            </a:extLst>
          </p:cNvPr>
          <p:cNvSpPr>
            <a:spLocks noGrp="1"/>
          </p:cNvSpPr>
          <p:nvPr>
            <p:ph idx="4294967295"/>
          </p:nvPr>
        </p:nvSpPr>
        <p:spPr bwMode="auto">
          <a:xfrm>
            <a:off x="0" y="76200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أيها النور الحقيقي الذي يضئ لكل إنسان آت إلى العالم، أتيت إلى العالم بمحبتك للبشر، وكل الخليقة تهللت بمجيئك. خلصت أبانا آدم من الغواية، وعتقت أمنا حواء من طلقات الموت، وأعطيتنا روح البنوة، نسبحك ونباركك قائلين:</a:t>
            </a:r>
            <a:r>
              <a:rPr lang="ar-EG"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(ذوكصابترى..)</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a:extLst>
              <a:ext uri="{FF2B5EF4-FFF2-40B4-BE49-F238E27FC236}">
                <a16:creationId xmlns:a16="http://schemas.microsoft.com/office/drawing/2014/main" id="{A1FA6FB6-DC9A-4651-90E1-D41AF4D1789D}"/>
              </a:ext>
            </a:extLst>
          </p:cNvPr>
          <p:cNvSpPr>
            <a:spLocks noGrp="1"/>
          </p:cNvSpPr>
          <p:nvPr>
            <p:ph idx="4294967295"/>
          </p:nvPr>
        </p:nvSpPr>
        <p:spPr bwMode="auto">
          <a:xfrm>
            <a:off x="0" y="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EG" altLang="ar-EG" sz="4800" b="1">
                <a:cs typeface="Times New Roman" panose="02020603050405020304" pitchFamily="18" charset="0"/>
              </a:rPr>
              <a:t>إ</a:t>
            </a:r>
            <a:r>
              <a:rPr lang="ar-SA" altLang="ar-EG" sz="4800" b="1">
                <a:cs typeface="Times New Roman" panose="02020603050405020304" pitchFamily="18" charset="0"/>
              </a:rPr>
              <a:t>ذا ما دخل إلينا وقت الصباح أيها المسيح إلهنا النور الحقيقي، فلتشرق فينا الحواس المضيئة والأفكار النورانية. ولا تغطينا ظلمة الآلام، لكي نسبحك عقليا مع داود قائلين: "سبقت عيناي وقت السحر لأتلو في جميع أقوالك". اسمع أصواتنا كعظيم رحمتك، ونجنا أيها الرب إلهنا بتحننك.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a:extLst>
              <a:ext uri="{FF2B5EF4-FFF2-40B4-BE49-F238E27FC236}">
                <a16:creationId xmlns:a16="http://schemas.microsoft.com/office/drawing/2014/main" id="{7E9A5FEC-0DA1-4777-81F0-48C9D88C4B21}"/>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EG" altLang="ar-EG" sz="4800" b="1">
                <a:cs typeface="Times New Roman" panose="02020603050405020304" pitchFamily="18" charset="0"/>
              </a:rPr>
              <a:t>انت هي أم النور المكرمة، من مشارق الشمس إلى مغاربها يقدمون لك تمجيدات يا والدة الإله السماء الثانية، لأنك أنت هي الزهرة النيرة غير المتغيرة والأم الباقية عذراء، لأن الآب اختارك، والروح القدس ظللك، والابن تنازل وتجسد منك. فاسأليه أن يعطي الخلاص للعالم الذي خلقه، وأن ينجيَّه من التجارب. نسبحه تسبيحًا جديدًا ونباركه الآن وكل أوان وإلى الأبد. أمين.</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524D3754-D719-493A-9E2B-C2D96A3AB00F}"/>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فلنسبح مع الملائكة</a:t>
            </a:r>
            <a:endParaRPr lang="en-US" altLang="ar-EG" sz="4800"/>
          </a:p>
        </p:txBody>
      </p:sp>
      <p:sp>
        <p:nvSpPr>
          <p:cNvPr id="62467" name="Content Placeholder 2">
            <a:extLst>
              <a:ext uri="{FF2B5EF4-FFF2-40B4-BE49-F238E27FC236}">
                <a16:creationId xmlns:a16="http://schemas.microsoft.com/office/drawing/2014/main" id="{C4E22A15-BE65-41D0-94EC-67B18152A4EF}"/>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فلنسبح مع الملائكة قائلين: المجد لله في الأعالي وعلى الأرض السلام وفى الناس المسرة. نسبحك. نباركك. نخدمك. نسجد لك. نعترف لك. ننطق بمجدك. نشكرك من أجل عظم مجدك، أيها الرب المالك على السموات، الله الآب ضابط الكل، والرب الابن الواحد الوحيد يسوع المسيح، والروح القدس.</a:t>
            </a:r>
            <a:r>
              <a:rPr lang="ar-EG" altLang="ar-EG" sz="4800" b="1">
                <a:cs typeface="Times New Roman" panose="02020603050405020304" pitchFamily="18" charset="0"/>
              </a:rPr>
              <a:t> </a:t>
            </a:r>
            <a:r>
              <a:rPr lang="ar-SA" altLang="ar-EG" sz="4800" b="1">
                <a:cs typeface="Times New Roman" panose="02020603050405020304" pitchFamily="18" charset="0"/>
              </a:rPr>
              <a:t>أيها الرب الإله، حمل الله، ابن الآب، رافع خطية العالم،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2">
            <a:extLst>
              <a:ext uri="{FF2B5EF4-FFF2-40B4-BE49-F238E27FC236}">
                <a16:creationId xmlns:a16="http://schemas.microsoft.com/office/drawing/2014/main" id="{AFA1B15D-E4D4-4118-980F-BFBB123F1137}"/>
              </a:ext>
            </a:extLst>
          </p:cNvPr>
          <p:cNvSpPr>
            <a:spLocks noGrp="1"/>
          </p:cNvSpPr>
          <p:nvPr>
            <p:ph idx="4294967295"/>
          </p:nvPr>
        </p:nvSpPr>
        <p:spPr bwMode="auto">
          <a:xfrm>
            <a:off x="0" y="0"/>
            <a:ext cx="9144000" cy="80791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None/>
            </a:pPr>
            <a:r>
              <a:rPr lang="ar-SA" altLang="ar-EG" sz="4700" b="1" dirty="0">
                <a:cs typeface="Times New Roman" panose="02020603050405020304" pitchFamily="18" charset="0"/>
              </a:rPr>
              <a:t>ارحمنا. يا حامل خطية العالم، اقبل طلباتنا إليك. أيها الجالس عن يمين أبيه، ارحمنا. أنت وحدك القدوس. أنت وحدك العالي يا ربى يسوع المسيح والروح القدس. مجدا لله الآب أمين. أباركك كل يوم، وأسبح اسمك القدوس إلى الأبد. وإلى أبد الأبد. أمين. منذ الليل روحي تبكر إليك يا إلهي، لأن أوامرك هي نور على الأرض. كنت أتلو في طرقك، لأنك صرت لي معينا. باكرا يا رب تسمع صوتي، بالغداة أقف</a:t>
            </a:r>
            <a:r>
              <a:rPr lang="ar-EG" altLang="ar-EG" sz="4700" b="1" dirty="0">
                <a:cs typeface="Times New Roman" panose="02020603050405020304" pitchFamily="18" charset="0"/>
              </a:rPr>
              <a:t> </a:t>
            </a:r>
            <a:r>
              <a:rPr lang="ar-SA" altLang="ar-EG" sz="4700" b="1" dirty="0">
                <a:cs typeface="Times New Roman" panose="02020603050405020304" pitchFamily="18" charset="0"/>
              </a:rPr>
              <a:t>أمامك وتراني.</a:t>
            </a:r>
          </a:p>
          <a:p>
            <a:pPr marL="0" indent="0" algn="justLow" eaLnBrk="1" hangingPunct="1">
              <a:spcBef>
                <a:spcPct val="0"/>
              </a:spcBef>
              <a:buFontTx/>
              <a:buNone/>
            </a:pPr>
            <a:br>
              <a:rPr lang="ar-EG" altLang="ar-EG" sz="4800" b="1" dirty="0">
                <a:cs typeface="Times New Roman" panose="02020603050405020304" pitchFamily="18" charset="0"/>
              </a:rPr>
            </a:br>
            <a:endParaRPr lang="ar-SA" altLang="ar-EG" sz="4800" b="1" dirty="0">
              <a:cs typeface="Times New Roman" panose="02020603050405020304" pitchFamily="18" charset="0"/>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87498235-D9CB-466F-BF91-1D64D467E07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الثلاث تقديسات</a:t>
            </a:r>
            <a:endParaRPr lang="en-US" altLang="ar-EG" sz="4800"/>
          </a:p>
        </p:txBody>
      </p:sp>
      <p:sp>
        <p:nvSpPr>
          <p:cNvPr id="65539" name="Content Placeholder 2">
            <a:extLst>
              <a:ext uri="{FF2B5EF4-FFF2-40B4-BE49-F238E27FC236}">
                <a16:creationId xmlns:a16="http://schemas.microsoft.com/office/drawing/2014/main" id="{078152CE-E640-4A8D-9E16-F7D78150376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الله، قدوس القوى، قدوس الحي الذي لا يموت، الذي ولد من العذراء، ارحمنا. قدوس الله، قدوس القوى، قدوس الحي الذي لا يموت، الذي صلب عنا، ارحمنا. قدوس الله، قدوس القوى، قدوس الحي الذي لا يموت، الذي قام من الأموات وصعد إلى السموات، ارحمنا. المجد للآب والابن والروح القدس، الآن وكل أوان وإلى دهر الدهور. أمين. أيها الثالوث</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Content Placeholder 2">
            <a:extLst>
              <a:ext uri="{FF2B5EF4-FFF2-40B4-BE49-F238E27FC236}">
                <a16:creationId xmlns:a16="http://schemas.microsoft.com/office/drawing/2014/main" id="{E0AE1C03-25CA-4D99-8773-AA51557C214E}"/>
              </a:ext>
            </a:extLst>
          </p:cNvPr>
          <p:cNvSpPr>
            <a:spLocks noGrp="1"/>
          </p:cNvSpPr>
          <p:nvPr>
            <p:ph idx="4294967295"/>
          </p:nvPr>
        </p:nvSpPr>
        <p:spPr bwMode="auto">
          <a:xfrm>
            <a:off x="0" y="0"/>
            <a:ext cx="9144000" cy="7626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القدوس ارحمنا. أيها الثالوث القدوس ارحمنا. أيها الثالوث القدوس ارحمنا.</a:t>
            </a:r>
            <a:endParaRPr lang="ar-EG" altLang="ar-EG" sz="4800" b="1">
              <a:cs typeface="Times New Roman" panose="02020603050405020304" pitchFamily="18" charset="0"/>
            </a:endParaRPr>
          </a:p>
          <a:p>
            <a:pPr marL="0" indent="0" algn="justLow" eaLnBrk="1" hangingPunct="1">
              <a:buFontTx/>
              <a:buNone/>
            </a:pPr>
            <a:r>
              <a:rPr lang="ar-SA" altLang="ar-EG" sz="4800" b="1">
                <a:cs typeface="Times New Roman" panose="02020603050405020304" pitchFamily="18" charset="0"/>
              </a:rPr>
              <a:t> يا رب اغفر لنا خطايانا. يا رب اغفر لنا آثامنا. يا رب اغفر لنا زلاتنا. يا رب افتقد مرضى شعبك، اشفهم من أجل اسمك القدوس. آباؤنا وإخوتنا الذين رقدوا، يا رب نيح نفوسهم. يا من هو بلا خطية، يا رب ارحمنا. يا من بلا خطية، يا رب أعنا، واقبل طلباتنا إليك. لأن لك المجد والعزة والتقديس المثلث. يا رب ارحم. يا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a:extLst>
              <a:ext uri="{FF2B5EF4-FFF2-40B4-BE49-F238E27FC236}">
                <a16:creationId xmlns:a16="http://schemas.microsoft.com/office/drawing/2014/main" id="{EF1EE95D-120C-4667-9637-E151C3C1EAA3}"/>
              </a:ext>
            </a:extLst>
          </p:cNvPr>
          <p:cNvSpPr>
            <a:spLocks noGrp="1"/>
          </p:cNvSpPr>
          <p:nvPr>
            <p:ph idx="4294967295"/>
          </p:nvPr>
        </p:nvSpPr>
        <p:spPr bwMode="auto">
          <a:xfrm>
            <a:off x="0" y="0"/>
            <a:ext cx="9144000" cy="24558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رب ارحم يا رب بارك. أمين.</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6A835008-FA94-41D1-8E41-A50A661702C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السلام لك</a:t>
            </a:r>
            <a:endParaRPr lang="en-US" altLang="ar-EG" sz="4800"/>
          </a:p>
        </p:txBody>
      </p:sp>
      <p:sp>
        <p:nvSpPr>
          <p:cNvPr id="68611" name="Content Placeholder 2">
            <a:extLst>
              <a:ext uri="{FF2B5EF4-FFF2-40B4-BE49-F238E27FC236}">
                <a16:creationId xmlns:a16="http://schemas.microsoft.com/office/drawing/2014/main" id="{001A9631-3154-4190-9760-C609100F8FBE}"/>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السلام لك. نسألك أيتها القديسة الممتلئة مجدا العذراء كل حين، والدة الإله أم المسيح، أصعدي صلواتنا إلى ابنك الحبيب ليغفر لنا خطايانا. السلام للتي ولدت لنا النور الحقيقي المسيح إلهنا، العذراء القديسة، اسألي الرب عنا، ليصنع رحمة مع نفوسنا، ويغفر لنا خطايانا. أيتها العذراء مريم والدة الإله، القديسة الشفيعة الأمينة لجنس البشرية،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a:extLst>
              <a:ext uri="{FF2B5EF4-FFF2-40B4-BE49-F238E27FC236}">
                <a16:creationId xmlns:a16="http://schemas.microsoft.com/office/drawing/2014/main" id="{BB7703ED-8D1E-4803-85D7-60F4AA47FC04}"/>
              </a:ext>
            </a:extLst>
          </p:cNvPr>
          <p:cNvSpPr>
            <a:spLocks noGrp="1"/>
          </p:cNvSpPr>
          <p:nvPr>
            <p:ph idx="4294967295"/>
          </p:nvPr>
        </p:nvSpPr>
        <p:spPr bwMode="auto">
          <a:xfrm>
            <a:off x="0" y="0"/>
            <a:ext cx="9144000" cy="4524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 اشفعي فينا أمام المسيح الذي ولدته لكي ينعم علينا بغفران خطايانا. </a:t>
            </a:r>
          </a:p>
          <a:p>
            <a:pPr marL="0" indent="0" algn="justLow" eaLnBrk="1" hangingPunct="1">
              <a:spcBef>
                <a:spcPct val="0"/>
              </a:spcBef>
              <a:buFontTx/>
              <a:buNone/>
            </a:pPr>
            <a:r>
              <a:rPr lang="ar-SA" altLang="ar-EG" sz="4800" b="1">
                <a:cs typeface="Times New Roman" panose="02020603050405020304" pitchFamily="18" charset="0"/>
              </a:rPr>
              <a:t>السلام لك أيتها العذراء الملكة الحقيقية، السلام لفخر جنسنا، ولدت لنا عمانوئيل. نسألك: اذكرينا، أيتها الشفيعة المؤتمنة، أمام ربنا يسوع المسيح، ليغفر لنا خطايانا.</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06CD960B-F662-4C90-B199-E7D72EDFA1B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بدء قانون الإيمان</a:t>
            </a:r>
            <a:endParaRPr lang="en-US" altLang="ar-EG" sz="4800"/>
          </a:p>
        </p:txBody>
      </p:sp>
      <p:sp>
        <p:nvSpPr>
          <p:cNvPr id="70659" name="Content Placeholder 2">
            <a:extLst>
              <a:ext uri="{FF2B5EF4-FFF2-40B4-BE49-F238E27FC236}">
                <a16:creationId xmlns:a16="http://schemas.microsoft.com/office/drawing/2014/main" id="{AB304682-A708-4588-8C46-916AF058277A}"/>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SA" altLang="ar-EG" sz="4800" b="1">
                <a:cs typeface="Times New Roman" panose="02020603050405020304" pitchFamily="18" charset="0"/>
              </a:rPr>
              <a:t>نعظمك يا أم النور الحقيقي، ونمجدك أيتها العذراء القديسة، والدة الإله، لأنك ولدت لنا مخلص العالم، أتى وخلص نفوسنا. المجد لكَ يا سيدنا وملكنا المسيح، فخر الرسل، إكليل الشهداء تهليل الصديقين، ثبات الكنائس، غفران الخطايا. نبشر بالثالوث القدوس، لاهوت واحد، نسجد له ونمجده. يا رب ارحم. يا رب ارحم. يا رب بارك. أمين.</a:t>
            </a: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1DB3308C-1CAB-4678-BB90-06DF64A0EBE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الأمانة الأرثوذكسية (قانون الايمان)</a:t>
            </a:r>
            <a:endParaRPr lang="en-US" altLang="ar-EG" sz="4800"/>
          </a:p>
        </p:txBody>
      </p:sp>
      <p:sp>
        <p:nvSpPr>
          <p:cNvPr id="71683" name="Content Placeholder 2">
            <a:extLst>
              <a:ext uri="{FF2B5EF4-FFF2-40B4-BE49-F238E27FC236}">
                <a16:creationId xmlns:a16="http://schemas.microsoft.com/office/drawing/2014/main" id="{AEB36A39-0F20-47FD-B341-C43237C2019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spcBef>
                <a:spcPct val="0"/>
              </a:spcBef>
              <a:buFontTx/>
              <a:buNone/>
            </a:pPr>
            <a:r>
              <a:rPr lang="ar-EG" altLang="ar-EG" sz="4800" b="1">
                <a:cs typeface="Times New Roman" panose="02020603050405020304" pitchFamily="18" charset="0"/>
              </a:rPr>
              <a:t>(</a:t>
            </a:r>
            <a:r>
              <a:rPr lang="ar-SA" altLang="ar-EG" sz="4800" b="1">
                <a:cs typeface="Times New Roman" panose="02020603050405020304" pitchFamily="18" charset="0"/>
              </a:rPr>
              <a:t>بالحقيقة</a:t>
            </a:r>
            <a:r>
              <a:rPr lang="ar-EG" altLang="ar-EG" sz="4800" b="1">
                <a:cs typeface="Times New Roman" panose="02020603050405020304" pitchFamily="18" charset="0"/>
              </a:rPr>
              <a:t>)</a:t>
            </a:r>
            <a:r>
              <a:rPr lang="ar-SA" altLang="ar-EG" sz="4800" b="1">
                <a:cs typeface="Times New Roman" panose="02020603050405020304" pitchFamily="18" charset="0"/>
              </a:rPr>
              <a:t> نؤمن بإله واحد، الله الآب، ضابط الكل، خالق السماء والأرض، ما يُرَى وما لا يرى. نؤمن برب واحد يسوع المسيح، ابن الله الوحيد، المولود من الآب قبل كل الدهور، نور من نور، إله حق من إله حق، مولود غير مخلوق، مساو للآب في الجوهر، الذي به كان كل شئ. هذا الذي من أجلنا نحن البشر، ومن أجل خلاصنا، نزل من السماء، وتجسد من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a:extLst>
              <a:ext uri="{FF2B5EF4-FFF2-40B4-BE49-F238E27FC236}">
                <a16:creationId xmlns:a16="http://schemas.microsoft.com/office/drawing/2014/main" id="{4A4159B7-86F2-4204-81C8-EFAF9C8471A4}"/>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الروح القدس ومن مريم العذراء، وتأنس. وصلب عنا على عهد بيلاطس البنطي. وتألم وقبر وقام من بين الأموات في اليوم الثالث كما في الكتب، وصعد إلى السموات، وجلس عن يمين  أبيه، وأيضا يأتي في مجده ليدين الأحياء والأموات، الذي ليس لملكه انقضاء. نعم نؤمن بالروح القدس، الرب المحيى المنبثق من الآب. نسجد له ونمجده مع الآب والابن، الناطق في الأنبياء. وبكنيسة واحدة مقدسة جامعة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2">
            <a:extLst>
              <a:ext uri="{FF2B5EF4-FFF2-40B4-BE49-F238E27FC236}">
                <a16:creationId xmlns:a16="http://schemas.microsoft.com/office/drawing/2014/main" id="{69239513-D0BD-4A5D-8401-9F547CC8CBCD}"/>
              </a:ext>
            </a:extLst>
          </p:cNvPr>
          <p:cNvSpPr>
            <a:spLocks noGrp="1"/>
          </p:cNvSpPr>
          <p:nvPr>
            <p:ph idx="4294967295"/>
          </p:nvPr>
        </p:nvSpPr>
        <p:spPr bwMode="auto">
          <a:xfrm>
            <a:off x="0" y="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رسولية. ونعترف بمعمودية واحدة لمغفرة الخطايا. وننتظر قيامة الأموات وحياة الدهر الآتي. أمين.</a:t>
            </a:r>
          </a:p>
        </p:txBody>
      </p:sp>
      <p:sp>
        <p:nvSpPr>
          <p:cNvPr id="73731" name="Rectangle 2">
            <a:extLst>
              <a:ext uri="{FF2B5EF4-FFF2-40B4-BE49-F238E27FC236}">
                <a16:creationId xmlns:a16="http://schemas.microsoft.com/office/drawing/2014/main" id="{40574971-A5B5-4F1E-93C2-241D15AB1F44}"/>
              </a:ext>
            </a:extLst>
          </p:cNvPr>
          <p:cNvSpPr>
            <a:spLocks noChangeArrowheads="1"/>
          </p:cNvSpPr>
          <p:nvPr/>
        </p:nvSpPr>
        <p:spPr bwMode="auto">
          <a:xfrm>
            <a:off x="2438400" y="5029200"/>
            <a:ext cx="446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a:r>
              <a:rPr lang="ar-SA" altLang="ar-EG" sz="4800" b="1">
                <a:solidFill>
                  <a:srgbClr val="FFC000"/>
                </a:solidFill>
                <a:latin typeface="Times New Roman" panose="02020603050405020304" pitchFamily="18" charset="0"/>
                <a:cs typeface="Times New Roman" panose="02020603050405020304" pitchFamily="18" charset="0"/>
              </a:rPr>
              <a:t>كيريي ليسون</a:t>
            </a:r>
            <a:r>
              <a:rPr lang="ar-EG" altLang="ar-EG" sz="4800" b="1">
                <a:solidFill>
                  <a:srgbClr val="FFC000"/>
                </a:solidFill>
                <a:latin typeface="Times New Roman" panose="02020603050405020304" pitchFamily="18" charset="0"/>
                <a:cs typeface="Times New Roman" panose="02020603050405020304" pitchFamily="18" charset="0"/>
              </a:rPr>
              <a:t> </a:t>
            </a:r>
            <a:r>
              <a:rPr lang="ar-SA" altLang="ar-EG" sz="4800" b="1">
                <a:solidFill>
                  <a:srgbClr val="FFC000"/>
                </a:solidFill>
                <a:latin typeface="Times New Roman" panose="02020603050405020304" pitchFamily="18" charset="0"/>
                <a:cs typeface="Times New Roman" panose="02020603050405020304" pitchFamily="18" charset="0"/>
              </a:rPr>
              <a:t>41 مرة</a:t>
            </a:r>
            <a:endParaRPr lang="en-US" altLang="ar-EG" sz="3200" b="1">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BE84F9C4-2AC2-49ED-B9B4-AF0EF0CBD0C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74755" name="Content Placeholder 2">
            <a:extLst>
              <a:ext uri="{FF2B5EF4-FFF2-40B4-BE49-F238E27FC236}">
                <a16:creationId xmlns:a16="http://schemas.microsoft.com/office/drawing/2014/main" id="{941F56B3-5CC0-45F0-94F6-1C6370DFC7C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a:extLst>
              <a:ext uri="{FF2B5EF4-FFF2-40B4-BE49-F238E27FC236}">
                <a16:creationId xmlns:a16="http://schemas.microsoft.com/office/drawing/2014/main" id="{CB71253D-7BA3-4040-B713-B3CE00852055}"/>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B97CF727-1928-4EED-B834-FA7F435CE1D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باكر</a:t>
            </a:r>
            <a:endParaRPr lang="en-US" altLang="ar-EG" sz="4800"/>
          </a:p>
        </p:txBody>
      </p:sp>
      <p:sp>
        <p:nvSpPr>
          <p:cNvPr id="76803" name="Content Placeholder 2">
            <a:extLst>
              <a:ext uri="{FF2B5EF4-FFF2-40B4-BE49-F238E27FC236}">
                <a16:creationId xmlns:a16="http://schemas.microsoft.com/office/drawing/2014/main" id="{E0B4862F-4E18-4624-B6E9-4E7A5A6C656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أيها الرب إله القوات، الكائن قبل الدهور والدائم إلى الأبد، الذي خلق الشمس لضياء النهار، والليل راحة لكل البشر، نشكرك يا ملك الدهور لأنك أجزتنا هذا الليل بسلام وأتيت بنا إلى مبدأ النهار.</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يا ملكنا ملك الدهور، ليشرق لنا نور وجهك، وليضيء علينا نور علمك الإلهي. واجعلنا يا سيدنا أن نكون بنى النور وبني  النهار، لكي نجوز هذا اليوم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a:extLst>
              <a:ext uri="{FF2B5EF4-FFF2-40B4-BE49-F238E27FC236}">
                <a16:creationId xmlns:a16="http://schemas.microsoft.com/office/drawing/2014/main" id="{83B14E62-9FFE-40D0-A107-88DA690A6B02}"/>
              </a:ext>
            </a:extLst>
          </p:cNvPr>
          <p:cNvSpPr>
            <a:spLocks noGrp="1"/>
          </p:cNvSpPr>
          <p:nvPr>
            <p:ph idx="4294967295"/>
          </p:nvPr>
        </p:nvSpPr>
        <p:spPr bwMode="auto">
          <a:xfrm>
            <a:off x="0" y="0"/>
            <a:ext cx="9144000" cy="3786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ببر وطهارة وتدبير حسن، لنكمل بقية أيام حياتنا بلا عثرة. بالنعمة والرأفة ومحبة البشر اللواتي لابنك الوحيد يسوع المسيح، وموهبة روحك القدوس. الآن وكل أوان وإلى الأبد. أمين.</a:t>
            </a: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35ED22AA-99C8-43A4-B3B2-22C71C6EA4B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آخر لباكر</a:t>
            </a:r>
            <a:endParaRPr lang="en-US" altLang="ar-EG" sz="4800"/>
          </a:p>
        </p:txBody>
      </p:sp>
      <p:sp>
        <p:nvSpPr>
          <p:cNvPr id="78851" name="Content Placeholder 2">
            <a:extLst>
              <a:ext uri="{FF2B5EF4-FFF2-40B4-BE49-F238E27FC236}">
                <a16:creationId xmlns:a16="http://schemas.microsoft.com/office/drawing/2014/main" id="{06E8071E-C7AD-40C7-A453-31C95C9B69E5}"/>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أيها الباعث النور فينطلق، المشرق شمسه على الأبرار والأشرار، الذي صنع النور الذي يضئ على المسكونة، أنر عقولنا وقلوبنا وأفهامنا يا سيد الكل. هب لنا في هذا اليوم الحاضر أن نرضيك فيه. واحرسنا من كل شيء رديء ومن كل خطيئة، ومن كل قوة مضادة بالمسيح يسوع ربنا. هذا الذي أنت مبارك معه مع الروح القدس المحي</a:t>
            </a:r>
            <a:r>
              <a:rPr lang="ar-EG" altLang="ar-EG" sz="4800" b="1">
                <a:cs typeface="Times New Roman" panose="02020603050405020304" pitchFamily="18" charset="0"/>
              </a:rPr>
              <a:t>ي</a:t>
            </a:r>
            <a:r>
              <a:rPr lang="ar-SA" altLang="ar-EG" sz="4800" b="1">
                <a:cs typeface="Times New Roman" panose="02020603050405020304" pitchFamily="18" charset="0"/>
              </a:rPr>
              <a:t> المساوي لك، الآن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a:extLst>
              <a:ext uri="{FF2B5EF4-FFF2-40B4-BE49-F238E27FC236}">
                <a16:creationId xmlns:a16="http://schemas.microsoft.com/office/drawing/2014/main" id="{A4B8E345-A26B-4C52-B0ED-42048BADE26E}"/>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وكل أوان وإلى دهر الدهور. أمين.</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8388FB19-2827-4EF3-9C45-424700D6A3C8}"/>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طلبة اخر كل ساعة</a:t>
            </a:r>
          </a:p>
        </p:txBody>
      </p:sp>
      <p:sp>
        <p:nvSpPr>
          <p:cNvPr id="80899" name="Content Placeholder 2">
            <a:extLst>
              <a:ext uri="{FF2B5EF4-FFF2-40B4-BE49-F238E27FC236}">
                <a16:creationId xmlns:a16="http://schemas.microsoft.com/office/drawing/2014/main" id="{AB643D84-A21D-436D-9706-7F052976395F}"/>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ارحمنا يا الله ثم ارحمنا. يا من في كل وقت وكل ساعة، في السماء وعلى الأرض، مسجود له وممجد. المسيح إلهنا الصالح، الطويل الروح، الكثير الرحمة، الجزيل التحنن، الذي يحب الصديقين ويرحم الخطاة الذين أولهم أنا. الذي لا يشاء موت الخاطئ مثل ما يرجع ويحيا. الداعي الكل إلى الخلاص لأجل الموعد بالخيرات المنتظرة. يا رب اقبل منا في هذه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Content Placeholder 2">
            <a:extLst>
              <a:ext uri="{FF2B5EF4-FFF2-40B4-BE49-F238E27FC236}">
                <a16:creationId xmlns:a16="http://schemas.microsoft.com/office/drawing/2014/main" id="{9EEE74FE-452D-4BBF-ADF6-8C34D079B8EE}"/>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الساعة وكل ساعة طلباتنا. سهل حياتنا، وأرشدنا إلى العمل بوصاياك. قدس أرواحنا. طهر أجسامنا. قوم أفكارنا. نق نياتنا. اشف أمراضنا واغفر خطايانا. ونجنا من كل حزن رديء ووجع قلب. أحطنا بملائكتك القديسين، لكي نكون بمعسكرهم محفوظين ومرشدين، لنصل إلى اتحاد الإيمان وإلى معرفة مجدك غير المحسوس وغير المحدود، فإنك مبارك إلى الأبد. أمين.</a:t>
            </a: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A070FB80-85A8-4D06-A4AF-5D2E4625E29C}"/>
              </a:ext>
            </a:extLst>
          </p:cNvPr>
          <p:cNvSpPr txBox="1">
            <a:spLocks/>
          </p:cNvSpPr>
          <p:nvPr/>
        </p:nvSpPr>
        <p:spPr bwMode="auto">
          <a:xfrm>
            <a:off x="0" y="9858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
        <p:nvSpPr>
          <p:cNvPr id="82947" name="Title 1">
            <a:extLst>
              <a:ext uri="{FF2B5EF4-FFF2-40B4-BE49-F238E27FC236}">
                <a16:creationId xmlns:a16="http://schemas.microsoft.com/office/drawing/2014/main" id="{CAD41DD9-DD21-4022-90F6-0726B7EC7D05}"/>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sz="4800"/>
              <a:t>اللهم اجعلنا مستحقين أن نقول بشكر:</a:t>
            </a:r>
            <a:endParaRPr lang="en-US" altLang="en-US" sz="4800"/>
          </a:p>
        </p:txBody>
      </p:sp>
    </p:spTree>
  </p:cSld>
  <p:clrMapOvr>
    <a:masterClrMapping/>
  </p:clrMapOvr>
  <p:transition spd="slow"/>
</p:sld>
</file>

<file path=ppt/theme/theme1.xml><?xml version="1.0" encoding="utf-8"?>
<a:theme xmlns:a="http://schemas.openxmlformats.org/drawingml/2006/main" name="si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3207</TotalTime>
  <Words>4999</Words>
  <Application>Microsoft Office PowerPoint</Application>
  <PresentationFormat>On-screen Show (4:3)</PresentationFormat>
  <Paragraphs>200</Paragraphs>
  <Slides>79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79</vt:i4>
      </vt:variant>
      <vt:variant>
        <vt:lpstr>Custom Shows</vt:lpstr>
      </vt:variant>
      <vt:variant>
        <vt:i4>1</vt:i4>
      </vt:variant>
    </vt:vector>
  </HeadingPairs>
  <TitlesOfParts>
    <vt:vector size="85" baseType="lpstr">
      <vt:lpstr>Calibri</vt:lpstr>
      <vt:lpstr>Arial</vt:lpstr>
      <vt:lpstr>Times New Roman</vt:lpstr>
      <vt:lpstr>Abraam</vt:lpstr>
      <vt:lpstr>simple</vt:lpstr>
      <vt:lpstr>باسم الآب والابن والروح القدس الإله الواحد آمين. </vt:lpstr>
      <vt:lpstr>صلاة الشكر</vt:lpstr>
      <vt:lpstr>PowerPoint Presentation</vt:lpstr>
      <vt:lpstr>PowerPoint Presentation</vt:lpstr>
      <vt:lpstr>المزمور الخمسين</vt:lpstr>
      <vt:lpstr>PowerPoint Presentation</vt:lpstr>
      <vt:lpstr>PowerPoint Presentation</vt:lpstr>
      <vt:lpstr>هلم نسجد</vt:lpstr>
      <vt:lpstr>البولس من رسالة أفسس (4: 1-5)</vt:lpstr>
      <vt:lpstr>من إيمان الكنيسة</vt:lpstr>
      <vt:lpstr>باكر</vt:lpstr>
      <vt:lpstr>(1) المزمور الأول</vt:lpstr>
      <vt:lpstr>PowerPoint Presentation</vt:lpstr>
      <vt:lpstr>(2) المزمور الثاني</vt:lpstr>
      <vt:lpstr>PowerPoint Presentation</vt:lpstr>
      <vt:lpstr>(3) المزمور الثالث</vt:lpstr>
      <vt:lpstr>PowerPoint Presentation</vt:lpstr>
      <vt:lpstr>(4) المزمور الرابع</vt:lpstr>
      <vt:lpstr>PowerPoint Presentation</vt:lpstr>
      <vt:lpstr>(5) المزمور الخامس</vt:lpstr>
      <vt:lpstr>PowerPoint Presentation</vt:lpstr>
      <vt:lpstr>PowerPoint Presentation</vt:lpstr>
      <vt:lpstr>(6) المزمور السادس</vt:lpstr>
      <vt:lpstr>PowerPoint Presentation</vt:lpstr>
      <vt:lpstr>(7) المزمور الثامن</vt:lpstr>
      <vt:lpstr>PowerPoint Presentation</vt:lpstr>
      <vt:lpstr>(8) المزمور الحادي عشر</vt:lpstr>
      <vt:lpstr>PowerPoint Presentation</vt:lpstr>
      <vt:lpstr> (9) المزمور الثاني عشر</vt:lpstr>
      <vt:lpstr>PowerPoint Presentation</vt:lpstr>
      <vt:lpstr>(10) المزمور الرابع عشر</vt:lpstr>
      <vt:lpstr>(11) المزمور الخامس عشر</vt:lpstr>
      <vt:lpstr>PowerPoint Presentation</vt:lpstr>
      <vt:lpstr>(12) المزمور الثامن عشر</vt:lpstr>
      <vt:lpstr>PowerPoint Presentation</vt:lpstr>
      <vt:lpstr>PowerPoint Presentation</vt:lpstr>
      <vt:lpstr>(13) المزمور الرابع والعشرون</vt:lpstr>
      <vt:lpstr>PowerPoint Presentation</vt:lpstr>
      <vt:lpstr>PowerPoint Presentation</vt:lpstr>
      <vt:lpstr>PowerPoint Presentation</vt:lpstr>
      <vt:lpstr>(14) المزمور السادس والعشرون</vt:lpstr>
      <vt:lpstr>PowerPoint Presentation</vt:lpstr>
      <vt:lpstr>PowerPoint Presentation</vt:lpstr>
      <vt:lpstr>(15) المزمور الثاني والستون</vt:lpstr>
      <vt:lpstr>PowerPoint Presentation</vt:lpstr>
      <vt:lpstr>(16) المزمور السادس والستون</vt:lpstr>
      <vt:lpstr>PowerPoint Presentation</vt:lpstr>
      <vt:lpstr>(17) المزمور التاسع والستون</vt:lpstr>
      <vt:lpstr>(18) المزمور المائة والثاني عشر</vt:lpstr>
      <vt:lpstr>PowerPoint Presentation</vt:lpstr>
      <vt:lpstr>(19) المزمور المائة والثاني والأربعون</vt:lpstr>
      <vt:lpstr>PowerPoint Presentation</vt:lpstr>
      <vt:lpstr>PowerPoint Presentation</vt:lpstr>
      <vt:lpstr>إنجيل باكر (إنجيل يوحنا 1: 1ـ17)</vt:lpstr>
      <vt:lpstr>PowerPoint Presentation</vt:lpstr>
      <vt:lpstr>PowerPoint Presentation</vt:lpstr>
      <vt:lpstr>قطع باكر</vt:lpstr>
      <vt:lpstr>PowerPoint Presentation</vt:lpstr>
      <vt:lpstr>PowerPoint Presentation</vt:lpstr>
      <vt:lpstr>فلنسبح مع الملائكة</vt:lpstr>
      <vt:lpstr>PowerPoint Presentation</vt:lpstr>
      <vt:lpstr>الثلاث تقديسات</vt:lpstr>
      <vt:lpstr>PowerPoint Presentation</vt:lpstr>
      <vt:lpstr>PowerPoint Presentation</vt:lpstr>
      <vt:lpstr>السلام لك</vt:lpstr>
      <vt:lpstr>PowerPoint Presentation</vt:lpstr>
      <vt:lpstr>بدء قانون الإيمان</vt:lpstr>
      <vt:lpstr>الأمانة الأرثوذكسية (قانون الايمان)</vt:lpstr>
      <vt:lpstr>PowerPoint Presentation</vt:lpstr>
      <vt:lpstr>PowerPoint Presentation</vt:lpstr>
      <vt:lpstr>قدوس قدوس قدوس</vt:lpstr>
      <vt:lpstr>PowerPoint Presentation</vt:lpstr>
      <vt:lpstr>تحليل باكر</vt:lpstr>
      <vt:lpstr>PowerPoint Presentation</vt:lpstr>
      <vt:lpstr>تحليل آخر لباكر</vt:lpstr>
      <vt:lpstr>PowerPoint Presentation</vt:lpstr>
      <vt:lpstr>طلبة اخر كل ساعة</vt:lpstr>
      <vt:lpstr>PowerPoint Presentation</vt:lpstr>
      <vt:lpstr>اللهم اجعلنا مستحقين أن نقول بشكر:</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مزمور</dc:title>
  <dc:creator>Amir</dc:creator>
  <cp:lastModifiedBy>Amir Eskander</cp:lastModifiedBy>
  <cp:revision>180</cp:revision>
  <dcterms:created xsi:type="dcterms:W3CDTF">2012-11-09T14:14:43Z</dcterms:created>
  <dcterms:modified xsi:type="dcterms:W3CDTF">2019-08-12T14:29:16Z</dcterms:modified>
</cp:coreProperties>
</file>